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8" r:id="rId2"/>
    <p:sldId id="261" r:id="rId3"/>
    <p:sldId id="270" r:id="rId4"/>
    <p:sldId id="271" r:id="rId5"/>
    <p:sldId id="272" r:id="rId6"/>
    <p:sldId id="273" r:id="rId7"/>
    <p:sldId id="274" r:id="rId8"/>
    <p:sldId id="275" r:id="rId9"/>
    <p:sldId id="276" r:id="rId10"/>
    <p:sldId id="277" r:id="rId11"/>
    <p:sldId id="278" r:id="rId12"/>
    <p:sldId id="284" r:id="rId25"/>
    <p:sldId id="279" r:id="rId13"/>
    <p:sldId id="281" r:id="rId15"/>
    <p:sldId id="282" r:id="rId16"/>
    <p:sldId id="285" r:id="rId26"/>
    <p:sldId id="286" r:id="rId27"/>
    <p:sldId id="283" r:id="rId17"/>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5E5E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737984A-7C07-4B63-9A04-51A6430064C6}" v="814" dt="2025-12-08T23:25:34.21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04" autoAdjust="0"/>
    <p:restoredTop sz="92680" autoAdjust="0"/>
  </p:normalViewPr>
  <p:slideViewPr>
    <p:cSldViewPr snapToGrid="0">
      <p:cViewPr varScale="1">
        <p:scale>
          <a:sx n="76" d="100"/>
          <a:sy n="76" d="100"/>
        </p:scale>
        <p:origin x="936"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8.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 Id="rId23" Type="http://schemas.microsoft.com/office/2016/11/relationships/changesInfo" Target="changesInfos/changesInfo1.xml"/><Relationship Id="rId24" Type="http://schemas.microsoft.com/office/2015/10/relationships/revisionInfo" Target="revisionInfo.xml"/><Relationship Id="rId25" Type="http://schemas.openxmlformats.org/officeDocument/2006/relationships/slide" Target="slides/slide12.xml"/><Relationship Id="rId26" Type="http://schemas.openxmlformats.org/officeDocument/2006/relationships/slide" Target="slides/slide16.xml"/><Relationship Id="rId27" Type="http://schemas.openxmlformats.org/officeDocument/2006/relationships/slide" Target="slides/slide1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urag Ramesh" userId="10d34ed9-9826-4a8d-9d57-780025067f77" providerId="ADAL" clId="{8737984A-7C07-4B63-9A04-51A6430064C6}"/>
    <pc:docChg chg="undo custSel addSld delSld modSld">
      <pc:chgData name="Anurag Ramesh" userId="10d34ed9-9826-4a8d-9d57-780025067f77" providerId="ADAL" clId="{8737984A-7C07-4B63-9A04-51A6430064C6}" dt="2025-12-09T00:43:31.451" v="2513" actId="20577"/>
      <pc:docMkLst>
        <pc:docMk/>
      </pc:docMkLst>
      <pc:sldChg chg="addSp modSp mod">
        <pc:chgData name="Anurag Ramesh" userId="10d34ed9-9826-4a8d-9d57-780025067f77" providerId="ADAL" clId="{8737984A-7C07-4B63-9A04-51A6430064C6}" dt="2025-12-08T17:36:37.511" v="705" actId="1076"/>
        <pc:sldMkLst>
          <pc:docMk/>
          <pc:sldMk cId="4255335173" sldId="258"/>
        </pc:sldMkLst>
        <pc:spChg chg="mod">
          <ac:chgData name="Anurag Ramesh" userId="10d34ed9-9826-4a8d-9d57-780025067f77" providerId="ADAL" clId="{8737984A-7C07-4B63-9A04-51A6430064C6}" dt="2025-12-08T17:17:35.708" v="562" actId="20577"/>
          <ac:spMkLst>
            <pc:docMk/>
            <pc:sldMk cId="4255335173" sldId="258"/>
            <ac:spMk id="2" creationId="{E3ECCF0C-E842-9CFE-567F-FD6A1CE576F8}"/>
          </ac:spMkLst>
        </pc:spChg>
        <pc:spChg chg="mod">
          <ac:chgData name="Anurag Ramesh" userId="10d34ed9-9826-4a8d-9d57-780025067f77" providerId="ADAL" clId="{8737984A-7C07-4B63-9A04-51A6430064C6}" dt="2025-12-08T17:36:02.943" v="700" actId="20577"/>
          <ac:spMkLst>
            <pc:docMk/>
            <pc:sldMk cId="4255335173" sldId="258"/>
            <ac:spMk id="3" creationId="{26633184-E9F3-BAA8-85E2-99F0AAEFCBFF}"/>
          </ac:spMkLst>
        </pc:spChg>
        <pc:spChg chg="add mod">
          <ac:chgData name="Anurag Ramesh" userId="10d34ed9-9826-4a8d-9d57-780025067f77" providerId="ADAL" clId="{8737984A-7C07-4B63-9A04-51A6430064C6}" dt="2025-12-08T17:36:37.511" v="705" actId="1076"/>
          <ac:spMkLst>
            <pc:docMk/>
            <pc:sldMk cId="4255335173" sldId="258"/>
            <ac:spMk id="4" creationId="{673C185C-5214-3844-923F-AAF502C94FBE}"/>
          </ac:spMkLst>
        </pc:spChg>
        <pc:spChg chg="mod">
          <ac:chgData name="Anurag Ramesh" userId="10d34ed9-9826-4a8d-9d57-780025067f77" providerId="ADAL" clId="{8737984A-7C07-4B63-9A04-51A6430064C6}" dt="2025-12-07T15:07:31.258" v="111" actId="20577"/>
          <ac:spMkLst>
            <pc:docMk/>
            <pc:sldMk cId="4255335173" sldId="258"/>
            <ac:spMk id="5" creationId="{12B5E3CC-9FC9-2E94-7C20-B8E301DE2BFD}"/>
          </ac:spMkLst>
        </pc:spChg>
        <pc:spChg chg="mod">
          <ac:chgData name="Anurag Ramesh" userId="10d34ed9-9826-4a8d-9d57-780025067f77" providerId="ADAL" clId="{8737984A-7C07-4B63-9A04-51A6430064C6}" dt="2025-12-08T17:35:36.507" v="692" actId="403"/>
          <ac:spMkLst>
            <pc:docMk/>
            <pc:sldMk cId="4255335173" sldId="258"/>
            <ac:spMk id="6" creationId="{FB26944C-6E69-A6CD-97F3-CADBF67912B3}"/>
          </ac:spMkLst>
        </pc:spChg>
      </pc:sldChg>
      <pc:sldChg chg="addSp delSp modSp mod modAnim">
        <pc:chgData name="Anurag Ramesh" userId="10d34ed9-9826-4a8d-9d57-780025067f77" providerId="ADAL" clId="{8737984A-7C07-4B63-9A04-51A6430064C6}" dt="2025-12-08T18:06:20.441" v="1903" actId="20577"/>
        <pc:sldMkLst>
          <pc:docMk/>
          <pc:sldMk cId="2367256748" sldId="261"/>
        </pc:sldMkLst>
        <pc:spChg chg="mod">
          <ac:chgData name="Anurag Ramesh" userId="10d34ed9-9826-4a8d-9d57-780025067f77" providerId="ADAL" clId="{8737984A-7C07-4B63-9A04-51A6430064C6}" dt="2025-12-08T16:24:47.158" v="263" actId="20577"/>
          <ac:spMkLst>
            <pc:docMk/>
            <pc:sldMk cId="2367256748" sldId="261"/>
            <ac:spMk id="2" creationId="{7952FFA9-17A6-BA8C-1794-D591E719FBC3}"/>
          </ac:spMkLst>
        </pc:spChg>
        <pc:spChg chg="mod">
          <ac:chgData name="Anurag Ramesh" userId="10d34ed9-9826-4a8d-9d57-780025067f77" providerId="ADAL" clId="{8737984A-7C07-4B63-9A04-51A6430064C6}" dt="2025-12-08T18:06:20.441" v="1903" actId="20577"/>
          <ac:spMkLst>
            <pc:docMk/>
            <pc:sldMk cId="2367256748" sldId="261"/>
            <ac:spMk id="8" creationId="{19C0838F-63FA-A3CD-E7F7-10A826BB0374}"/>
          </ac:spMkLst>
        </pc:spChg>
        <pc:spChg chg="del">
          <ac:chgData name="Anurag Ramesh" userId="10d34ed9-9826-4a8d-9d57-780025067f77" providerId="ADAL" clId="{8737984A-7C07-4B63-9A04-51A6430064C6}" dt="2025-12-08T13:26:11.280" v="146" actId="478"/>
          <ac:spMkLst>
            <pc:docMk/>
            <pc:sldMk cId="2367256748" sldId="261"/>
            <ac:spMk id="10" creationId="{F26C47E6-2840-7F8A-4B1F-C28C179A2F7C}"/>
          </ac:spMkLst>
        </pc:spChg>
        <pc:spChg chg="add del">
          <ac:chgData name="Anurag Ramesh" userId="10d34ed9-9826-4a8d-9d57-780025067f77" providerId="ADAL" clId="{8737984A-7C07-4B63-9A04-51A6430064C6}" dt="2025-12-08T17:38:28.766" v="707" actId="22"/>
          <ac:spMkLst>
            <pc:docMk/>
            <pc:sldMk cId="2367256748" sldId="261"/>
            <ac:spMk id="18" creationId="{CC65F548-B8EA-C449-E6E0-525132C4C046}"/>
          </ac:spMkLst>
        </pc:spChg>
        <pc:spChg chg="add mod">
          <ac:chgData name="Anurag Ramesh" userId="10d34ed9-9826-4a8d-9d57-780025067f77" providerId="ADAL" clId="{8737984A-7C07-4B63-9A04-51A6430064C6}" dt="2025-12-08T17:39:03.568" v="759" actId="1076"/>
          <ac:spMkLst>
            <pc:docMk/>
            <pc:sldMk cId="2367256748" sldId="261"/>
            <ac:spMk id="19" creationId="{3520F215-A71B-EEB9-4E8D-39A46A8C141E}"/>
          </ac:spMkLst>
        </pc:spChg>
        <pc:spChg chg="add mod">
          <ac:chgData name="Anurag Ramesh" userId="10d34ed9-9826-4a8d-9d57-780025067f77" providerId="ADAL" clId="{8737984A-7C07-4B63-9A04-51A6430064C6}" dt="2025-12-08T17:39:33.961" v="815" actId="1076"/>
          <ac:spMkLst>
            <pc:docMk/>
            <pc:sldMk cId="2367256748" sldId="261"/>
            <ac:spMk id="20" creationId="{C6B3FE43-0B77-0183-F99A-B2BAD5B400D4}"/>
          </ac:spMkLst>
        </pc:spChg>
        <pc:picChg chg="del">
          <ac:chgData name="Anurag Ramesh" userId="10d34ed9-9826-4a8d-9d57-780025067f77" providerId="ADAL" clId="{8737984A-7C07-4B63-9A04-51A6430064C6}" dt="2025-12-08T13:25:49.276" v="145" actId="478"/>
          <ac:picMkLst>
            <pc:docMk/>
            <pc:sldMk cId="2367256748" sldId="261"/>
            <ac:picMk id="7" creationId="{B5283AB6-9F6A-D870-41A6-3A8F1DC53176}"/>
          </ac:picMkLst>
        </pc:picChg>
        <pc:picChg chg="add del mod">
          <ac:chgData name="Anurag Ramesh" userId="10d34ed9-9826-4a8d-9d57-780025067f77" providerId="ADAL" clId="{8737984A-7C07-4B63-9A04-51A6430064C6}" dt="2025-12-08T16:19:04.084" v="152" actId="478"/>
          <ac:picMkLst>
            <pc:docMk/>
            <pc:sldMk cId="2367256748" sldId="261"/>
            <ac:picMk id="9" creationId="{874B6F3F-748E-8704-5F07-FB5C19E41884}"/>
          </ac:picMkLst>
        </pc:picChg>
        <pc:picChg chg="add mod">
          <ac:chgData name="Anurag Ramesh" userId="10d34ed9-9826-4a8d-9d57-780025067f77" providerId="ADAL" clId="{8737984A-7C07-4B63-9A04-51A6430064C6}" dt="2025-12-08T17:40:14.890" v="899" actId="1076"/>
          <ac:picMkLst>
            <pc:docMk/>
            <pc:sldMk cId="2367256748" sldId="261"/>
            <ac:picMk id="12" creationId="{0876A28D-C5A1-3C01-8ABB-742F3E17CDD8}"/>
          </ac:picMkLst>
        </pc:picChg>
        <pc:picChg chg="add mod">
          <ac:chgData name="Anurag Ramesh" userId="10d34ed9-9826-4a8d-9d57-780025067f77" providerId="ADAL" clId="{8737984A-7C07-4B63-9A04-51A6430064C6}" dt="2025-12-08T16:23:52.111" v="211" actId="1076"/>
          <ac:picMkLst>
            <pc:docMk/>
            <pc:sldMk cId="2367256748" sldId="261"/>
            <ac:picMk id="14" creationId="{80A7B512-A416-9F59-C0EF-0EA59DCBAACD}"/>
          </ac:picMkLst>
        </pc:picChg>
        <pc:picChg chg="add del mod">
          <ac:chgData name="Anurag Ramesh" userId="10d34ed9-9826-4a8d-9d57-780025067f77" providerId="ADAL" clId="{8737984A-7C07-4B63-9A04-51A6430064C6}" dt="2025-12-08T16:23:47.517" v="208" actId="478"/>
          <ac:picMkLst>
            <pc:docMk/>
            <pc:sldMk cId="2367256748" sldId="261"/>
            <ac:picMk id="16" creationId="{F9F7A543-6655-6A49-B6DE-B86CC9159559}"/>
          </ac:picMkLst>
        </pc:picChg>
      </pc:sldChg>
      <pc:sldChg chg="del">
        <pc:chgData name="Anurag Ramesh" userId="10d34ed9-9826-4a8d-9d57-780025067f77" providerId="ADAL" clId="{8737984A-7C07-4B63-9A04-51A6430064C6}" dt="2025-12-08T17:18:08.920" v="563" actId="47"/>
        <pc:sldMkLst>
          <pc:docMk/>
          <pc:sldMk cId="2023807993" sldId="264"/>
        </pc:sldMkLst>
      </pc:sldChg>
      <pc:sldChg chg="del">
        <pc:chgData name="Anurag Ramesh" userId="10d34ed9-9826-4a8d-9d57-780025067f77" providerId="ADAL" clId="{8737984A-7C07-4B63-9A04-51A6430064C6}" dt="2025-12-08T17:18:08.920" v="563" actId="47"/>
        <pc:sldMkLst>
          <pc:docMk/>
          <pc:sldMk cId="1722976886" sldId="265"/>
        </pc:sldMkLst>
      </pc:sldChg>
      <pc:sldChg chg="del">
        <pc:chgData name="Anurag Ramesh" userId="10d34ed9-9826-4a8d-9d57-780025067f77" providerId="ADAL" clId="{8737984A-7C07-4B63-9A04-51A6430064C6}" dt="2025-12-08T17:18:08.920" v="563" actId="47"/>
        <pc:sldMkLst>
          <pc:docMk/>
          <pc:sldMk cId="995111451" sldId="266"/>
        </pc:sldMkLst>
      </pc:sldChg>
      <pc:sldChg chg="del">
        <pc:chgData name="Anurag Ramesh" userId="10d34ed9-9826-4a8d-9d57-780025067f77" providerId="ADAL" clId="{8737984A-7C07-4B63-9A04-51A6430064C6}" dt="2025-12-08T17:18:08.920" v="563" actId="47"/>
        <pc:sldMkLst>
          <pc:docMk/>
          <pc:sldMk cId="734725366" sldId="268"/>
        </pc:sldMkLst>
      </pc:sldChg>
      <pc:sldChg chg="del">
        <pc:chgData name="Anurag Ramesh" userId="10d34ed9-9826-4a8d-9d57-780025067f77" providerId="ADAL" clId="{8737984A-7C07-4B63-9A04-51A6430064C6}" dt="2025-12-08T17:18:08.920" v="563" actId="47"/>
        <pc:sldMkLst>
          <pc:docMk/>
          <pc:sldMk cId="4112023144" sldId="269"/>
        </pc:sldMkLst>
      </pc:sldChg>
      <pc:sldChg chg="addSp delSp modSp add mod modAnim">
        <pc:chgData name="Anurag Ramesh" userId="10d34ed9-9826-4a8d-9d57-780025067f77" providerId="ADAL" clId="{8737984A-7C07-4B63-9A04-51A6430064C6}" dt="2025-12-08T18:06:27.050" v="1905"/>
        <pc:sldMkLst>
          <pc:docMk/>
          <pc:sldMk cId="386040499" sldId="270"/>
        </pc:sldMkLst>
        <pc:spChg chg="mod">
          <ac:chgData name="Anurag Ramesh" userId="10d34ed9-9826-4a8d-9d57-780025067f77" providerId="ADAL" clId="{8737984A-7C07-4B63-9A04-51A6430064C6}" dt="2025-12-08T16:24:51.842" v="271" actId="20577"/>
          <ac:spMkLst>
            <pc:docMk/>
            <pc:sldMk cId="386040499" sldId="270"/>
            <ac:spMk id="2" creationId="{9263D573-034E-C56B-AC24-C11C5048D39E}"/>
          </ac:spMkLst>
        </pc:spChg>
        <pc:spChg chg="del">
          <ac:chgData name="Anurag Ramesh" userId="10d34ed9-9826-4a8d-9d57-780025067f77" providerId="ADAL" clId="{8737984A-7C07-4B63-9A04-51A6430064C6}" dt="2025-12-08T18:06:26.692" v="1904" actId="478"/>
          <ac:spMkLst>
            <pc:docMk/>
            <pc:sldMk cId="386040499" sldId="270"/>
            <ac:spMk id="8" creationId="{E2529118-9AE7-CD45-4B19-9435BAAB617E}"/>
          </ac:spMkLst>
        </pc:spChg>
        <pc:spChg chg="add mod">
          <ac:chgData name="Anurag Ramesh" userId="10d34ed9-9826-4a8d-9d57-780025067f77" providerId="ADAL" clId="{8737984A-7C07-4B63-9A04-51A6430064C6}" dt="2025-12-08T17:39:55.231" v="854" actId="20577"/>
          <ac:spMkLst>
            <pc:docMk/>
            <pc:sldMk cId="386040499" sldId="270"/>
            <ac:spMk id="9" creationId="{40646A91-E553-6322-65F1-BE28E760DC15}"/>
          </ac:spMkLst>
        </pc:spChg>
        <pc:spChg chg="add mod">
          <ac:chgData name="Anurag Ramesh" userId="10d34ed9-9826-4a8d-9d57-780025067f77" providerId="ADAL" clId="{8737984A-7C07-4B63-9A04-51A6430064C6}" dt="2025-12-08T17:40:09.528" v="898" actId="20577"/>
          <ac:spMkLst>
            <pc:docMk/>
            <pc:sldMk cId="386040499" sldId="270"/>
            <ac:spMk id="10" creationId="{4E02C380-E5EE-C7D4-4E86-017534B04942}"/>
          </ac:spMkLst>
        </pc:spChg>
        <pc:spChg chg="add mod">
          <ac:chgData name="Anurag Ramesh" userId="10d34ed9-9826-4a8d-9d57-780025067f77" providerId="ADAL" clId="{8737984A-7C07-4B63-9A04-51A6430064C6}" dt="2025-12-08T18:06:27.050" v="1905"/>
          <ac:spMkLst>
            <pc:docMk/>
            <pc:sldMk cId="386040499" sldId="270"/>
            <ac:spMk id="11" creationId="{948A78C6-7FD6-6BE3-AAD9-2254123EAC0B}"/>
          </ac:spMkLst>
        </pc:spChg>
        <pc:picChg chg="add mod">
          <ac:chgData name="Anurag Ramesh" userId="10d34ed9-9826-4a8d-9d57-780025067f77" providerId="ADAL" clId="{8737984A-7C07-4B63-9A04-51A6430064C6}" dt="2025-12-08T16:24:32.431" v="255" actId="1076"/>
          <ac:picMkLst>
            <pc:docMk/>
            <pc:sldMk cId="386040499" sldId="270"/>
            <ac:picMk id="7" creationId="{3CFB4C79-9DFD-E9C2-0CE2-22FB2566CC13}"/>
          </ac:picMkLst>
        </pc:picChg>
        <pc:picChg chg="del">
          <ac:chgData name="Anurag Ramesh" userId="10d34ed9-9826-4a8d-9d57-780025067f77" providerId="ADAL" clId="{8737984A-7C07-4B63-9A04-51A6430064C6}" dt="2025-12-08T16:23:34.294" v="203" actId="478"/>
          <ac:picMkLst>
            <pc:docMk/>
            <pc:sldMk cId="386040499" sldId="270"/>
            <ac:picMk id="12" creationId="{FB99F4F7-9F9E-C6F1-41A5-DA213CB3C868}"/>
          </ac:picMkLst>
        </pc:picChg>
        <pc:picChg chg="del">
          <ac:chgData name="Anurag Ramesh" userId="10d34ed9-9826-4a8d-9d57-780025067f77" providerId="ADAL" clId="{8737984A-7C07-4B63-9A04-51A6430064C6}" dt="2025-12-08T16:23:34.845" v="204" actId="478"/>
          <ac:picMkLst>
            <pc:docMk/>
            <pc:sldMk cId="386040499" sldId="270"/>
            <ac:picMk id="14" creationId="{C57892AF-EBCE-A4B3-77B9-E1788145681E}"/>
          </ac:picMkLst>
        </pc:picChg>
        <pc:picChg chg="mod">
          <ac:chgData name="Anurag Ramesh" userId="10d34ed9-9826-4a8d-9d57-780025067f77" providerId="ADAL" clId="{8737984A-7C07-4B63-9A04-51A6430064C6}" dt="2025-12-08T16:24:22.596" v="253" actId="1076"/>
          <ac:picMkLst>
            <pc:docMk/>
            <pc:sldMk cId="386040499" sldId="270"/>
            <ac:picMk id="16" creationId="{FEAB0DA5-8555-B846-C82C-503C0E5E991D}"/>
          </ac:picMkLst>
        </pc:picChg>
      </pc:sldChg>
      <pc:sldChg chg="addSp delSp modSp add mod modAnim">
        <pc:chgData name="Anurag Ramesh" userId="10d34ed9-9826-4a8d-9d57-780025067f77" providerId="ADAL" clId="{8737984A-7C07-4B63-9A04-51A6430064C6}" dt="2025-12-08T18:06:30.963" v="1907"/>
        <pc:sldMkLst>
          <pc:docMk/>
          <pc:sldMk cId="3964088434" sldId="271"/>
        </pc:sldMkLst>
        <pc:spChg chg="mod">
          <ac:chgData name="Anurag Ramesh" userId="10d34ed9-9826-4a8d-9d57-780025067f77" providerId="ADAL" clId="{8737984A-7C07-4B63-9A04-51A6430064C6}" dt="2025-12-08T16:27:37.353" v="287" actId="20577"/>
          <ac:spMkLst>
            <pc:docMk/>
            <pc:sldMk cId="3964088434" sldId="271"/>
            <ac:spMk id="2" creationId="{D7261C5E-1FA0-8512-7F11-5585CC7809C3}"/>
          </ac:spMkLst>
        </pc:spChg>
        <pc:spChg chg="del">
          <ac:chgData name="Anurag Ramesh" userId="10d34ed9-9826-4a8d-9d57-780025067f77" providerId="ADAL" clId="{8737984A-7C07-4B63-9A04-51A6430064C6}" dt="2025-12-08T18:06:30.731" v="1906" actId="478"/>
          <ac:spMkLst>
            <pc:docMk/>
            <pc:sldMk cId="3964088434" sldId="271"/>
            <ac:spMk id="8" creationId="{39105467-B7C8-228F-EEA3-DC16BF1389FC}"/>
          </ac:spMkLst>
        </pc:spChg>
        <pc:spChg chg="add mod">
          <ac:chgData name="Anurag Ramesh" userId="10d34ed9-9826-4a8d-9d57-780025067f77" providerId="ADAL" clId="{8737984A-7C07-4B63-9A04-51A6430064C6}" dt="2025-12-08T16:36:49.002" v="505" actId="20577"/>
          <ac:spMkLst>
            <pc:docMk/>
            <pc:sldMk cId="3964088434" sldId="271"/>
            <ac:spMk id="10" creationId="{50CF500A-A083-32EE-8F33-907915572B37}"/>
          </ac:spMkLst>
        </pc:spChg>
        <pc:spChg chg="add">
          <ac:chgData name="Anurag Ramesh" userId="10d34ed9-9826-4a8d-9d57-780025067f77" providerId="ADAL" clId="{8737984A-7C07-4B63-9A04-51A6430064C6}" dt="2025-12-08T16:34:34.332" v="372"/>
          <ac:spMkLst>
            <pc:docMk/>
            <pc:sldMk cId="3964088434" sldId="271"/>
            <ac:spMk id="11" creationId="{777A6D25-1019-6B55-43EA-65B055671EE7}"/>
          </ac:spMkLst>
        </pc:spChg>
        <pc:spChg chg="add mod">
          <ac:chgData name="Anurag Ramesh" userId="10d34ed9-9826-4a8d-9d57-780025067f77" providerId="ADAL" clId="{8737984A-7C07-4B63-9A04-51A6430064C6}" dt="2025-12-08T18:06:30.963" v="1907"/>
          <ac:spMkLst>
            <pc:docMk/>
            <pc:sldMk cId="3964088434" sldId="271"/>
            <ac:spMk id="12" creationId="{9D55EEFE-2ABE-7528-36CE-925CB48073B2}"/>
          </ac:spMkLst>
        </pc:spChg>
        <pc:picChg chg="del">
          <ac:chgData name="Anurag Ramesh" userId="10d34ed9-9826-4a8d-9d57-780025067f77" providerId="ADAL" clId="{8737984A-7C07-4B63-9A04-51A6430064C6}" dt="2025-12-08T16:27:41.992" v="290" actId="478"/>
          <ac:picMkLst>
            <pc:docMk/>
            <pc:sldMk cId="3964088434" sldId="271"/>
            <ac:picMk id="7" creationId="{5CB6A6EF-4C2F-ECEA-2278-D5BEB21CEF42}"/>
          </ac:picMkLst>
        </pc:picChg>
        <pc:picChg chg="add mod">
          <ac:chgData name="Anurag Ramesh" userId="10d34ed9-9826-4a8d-9d57-780025067f77" providerId="ADAL" clId="{8737984A-7C07-4B63-9A04-51A6430064C6}" dt="2025-12-08T16:36:56.372" v="506" actId="1076"/>
          <ac:picMkLst>
            <pc:docMk/>
            <pc:sldMk cId="3964088434" sldId="271"/>
            <ac:picMk id="9" creationId="{A9125B18-9B1B-9B55-1073-B4CABA16B783}"/>
          </ac:picMkLst>
        </pc:picChg>
        <pc:picChg chg="del mod">
          <ac:chgData name="Anurag Ramesh" userId="10d34ed9-9826-4a8d-9d57-780025067f77" providerId="ADAL" clId="{8737984A-7C07-4B63-9A04-51A6430064C6}" dt="2025-12-08T16:27:41.165" v="289" actId="478"/>
          <ac:picMkLst>
            <pc:docMk/>
            <pc:sldMk cId="3964088434" sldId="271"/>
            <ac:picMk id="16" creationId="{19C1AB13-13D6-2282-5C91-E31783085678}"/>
          </ac:picMkLst>
        </pc:picChg>
      </pc:sldChg>
      <pc:sldChg chg="addSp delSp modSp add mod modAnim">
        <pc:chgData name="Anurag Ramesh" userId="10d34ed9-9826-4a8d-9d57-780025067f77" providerId="ADAL" clId="{8737984A-7C07-4B63-9A04-51A6430064C6}" dt="2025-12-08T18:06:36.375" v="1909"/>
        <pc:sldMkLst>
          <pc:docMk/>
          <pc:sldMk cId="2622915110" sldId="272"/>
        </pc:sldMkLst>
        <pc:spChg chg="mod">
          <ac:chgData name="Anurag Ramesh" userId="10d34ed9-9826-4a8d-9d57-780025067f77" providerId="ADAL" clId="{8737984A-7C07-4B63-9A04-51A6430064C6}" dt="2025-12-08T16:27:55.405" v="309" actId="20577"/>
          <ac:spMkLst>
            <pc:docMk/>
            <pc:sldMk cId="2622915110" sldId="272"/>
            <ac:spMk id="2" creationId="{A2BA391B-16D4-230A-6363-0C8AAB596E45}"/>
          </ac:spMkLst>
        </pc:spChg>
        <pc:spChg chg="add mod">
          <ac:chgData name="Anurag Ramesh" userId="10d34ed9-9826-4a8d-9d57-780025067f77" providerId="ADAL" clId="{8737984A-7C07-4B63-9A04-51A6430064C6}" dt="2025-12-08T17:41:02.040" v="908" actId="1076"/>
          <ac:spMkLst>
            <pc:docMk/>
            <pc:sldMk cId="2622915110" sldId="272"/>
            <ac:spMk id="7" creationId="{8282A684-3BBA-E9CB-DEF7-D02C8D3AFB1D}"/>
          </ac:spMkLst>
        </pc:spChg>
        <pc:spChg chg="del">
          <ac:chgData name="Anurag Ramesh" userId="10d34ed9-9826-4a8d-9d57-780025067f77" providerId="ADAL" clId="{8737984A-7C07-4B63-9A04-51A6430064C6}" dt="2025-12-08T18:06:36.082" v="1908" actId="478"/>
          <ac:spMkLst>
            <pc:docMk/>
            <pc:sldMk cId="2622915110" sldId="272"/>
            <ac:spMk id="8" creationId="{92DF5148-6FFB-EE2F-F53D-3156E61788DA}"/>
          </ac:spMkLst>
        </pc:spChg>
        <pc:spChg chg="add mod">
          <ac:chgData name="Anurag Ramesh" userId="10d34ed9-9826-4a8d-9d57-780025067f77" providerId="ADAL" clId="{8737984A-7C07-4B63-9A04-51A6430064C6}" dt="2025-12-08T17:34:09.364" v="635" actId="14100"/>
          <ac:spMkLst>
            <pc:docMk/>
            <pc:sldMk cId="2622915110" sldId="272"/>
            <ac:spMk id="13" creationId="{536A412D-238C-A397-C13D-06800F726BFE}"/>
          </ac:spMkLst>
        </pc:spChg>
        <pc:spChg chg="add mod">
          <ac:chgData name="Anurag Ramesh" userId="10d34ed9-9826-4a8d-9d57-780025067f77" providerId="ADAL" clId="{8737984A-7C07-4B63-9A04-51A6430064C6}" dt="2025-12-08T17:34:16.385" v="637" actId="14100"/>
          <ac:spMkLst>
            <pc:docMk/>
            <pc:sldMk cId="2622915110" sldId="272"/>
            <ac:spMk id="14" creationId="{4CAF956B-B027-74A0-3F2B-D5C62925C056}"/>
          </ac:spMkLst>
        </pc:spChg>
        <pc:spChg chg="add mod">
          <ac:chgData name="Anurag Ramesh" userId="10d34ed9-9826-4a8d-9d57-780025067f77" providerId="ADAL" clId="{8737984A-7C07-4B63-9A04-51A6430064C6}" dt="2025-12-08T18:06:36.375" v="1909"/>
          <ac:spMkLst>
            <pc:docMk/>
            <pc:sldMk cId="2622915110" sldId="272"/>
            <ac:spMk id="15" creationId="{706553F9-5A3A-A9C2-E39F-22CB599F1A0B}"/>
          </ac:spMkLst>
        </pc:spChg>
        <pc:picChg chg="add mod">
          <ac:chgData name="Anurag Ramesh" userId="10d34ed9-9826-4a8d-9d57-780025067f77" providerId="ADAL" clId="{8737984A-7C07-4B63-9A04-51A6430064C6}" dt="2025-12-08T16:54:55.005" v="554" actId="1076"/>
          <ac:picMkLst>
            <pc:docMk/>
            <pc:sldMk cId="2622915110" sldId="272"/>
            <ac:picMk id="10" creationId="{BF0491EE-862C-6364-9056-6103FCBE7C0D}"/>
          </ac:picMkLst>
        </pc:picChg>
        <pc:picChg chg="add mod">
          <ac:chgData name="Anurag Ramesh" userId="10d34ed9-9826-4a8d-9d57-780025067f77" providerId="ADAL" clId="{8737984A-7C07-4B63-9A04-51A6430064C6}" dt="2025-12-08T16:54:47.460" v="553" actId="14100"/>
          <ac:picMkLst>
            <pc:docMk/>
            <pc:sldMk cId="2622915110" sldId="272"/>
            <ac:picMk id="12" creationId="{841F24C1-D457-F881-7781-B0934B8BB908}"/>
          </ac:picMkLst>
        </pc:picChg>
      </pc:sldChg>
      <pc:sldChg chg="addSp delSp modSp add mod modAnim">
        <pc:chgData name="Anurag Ramesh" userId="10d34ed9-9826-4a8d-9d57-780025067f77" providerId="ADAL" clId="{8737984A-7C07-4B63-9A04-51A6430064C6}" dt="2025-12-08T20:13:05.284" v="2251" actId="20577"/>
        <pc:sldMkLst>
          <pc:docMk/>
          <pc:sldMk cId="3640371451" sldId="273"/>
        </pc:sldMkLst>
        <pc:spChg chg="mod">
          <ac:chgData name="Anurag Ramesh" userId="10d34ed9-9826-4a8d-9d57-780025067f77" providerId="ADAL" clId="{8737984A-7C07-4B63-9A04-51A6430064C6}" dt="2025-12-08T17:41:07.947" v="909" actId="1076"/>
          <ac:spMkLst>
            <pc:docMk/>
            <pc:sldMk cId="3640371451" sldId="273"/>
            <ac:spMk id="7" creationId="{1EE1DB5C-9A0E-BAF9-A9DE-2610666C0960}"/>
          </ac:spMkLst>
        </pc:spChg>
        <pc:spChg chg="del">
          <ac:chgData name="Anurag Ramesh" userId="10d34ed9-9826-4a8d-9d57-780025067f77" providerId="ADAL" clId="{8737984A-7C07-4B63-9A04-51A6430064C6}" dt="2025-12-08T18:06:40.733" v="1910" actId="478"/>
          <ac:spMkLst>
            <pc:docMk/>
            <pc:sldMk cId="3640371451" sldId="273"/>
            <ac:spMk id="8" creationId="{2C9C9FE0-2A2A-6B1A-D732-E63669A07EFC}"/>
          </ac:spMkLst>
        </pc:spChg>
        <pc:spChg chg="add mod">
          <ac:chgData name="Anurag Ramesh" userId="10d34ed9-9826-4a8d-9d57-780025067f77" providerId="ADAL" clId="{8737984A-7C07-4B63-9A04-51A6430064C6}" dt="2025-12-08T17:34:32.963" v="641" actId="1076"/>
          <ac:spMkLst>
            <pc:docMk/>
            <pc:sldMk cId="3640371451" sldId="273"/>
            <ac:spMk id="14" creationId="{3139920C-0C8B-A7B2-8E33-4DD0FAE6B603}"/>
          </ac:spMkLst>
        </pc:spChg>
        <pc:spChg chg="add mod">
          <ac:chgData name="Anurag Ramesh" userId="10d34ed9-9826-4a8d-9d57-780025067f77" providerId="ADAL" clId="{8737984A-7C07-4B63-9A04-51A6430064C6}" dt="2025-12-08T20:13:05.284" v="2251" actId="20577"/>
          <ac:spMkLst>
            <pc:docMk/>
            <pc:sldMk cId="3640371451" sldId="273"/>
            <ac:spMk id="15" creationId="{F863F692-F91A-1356-807F-6ABB9741BE86}"/>
          </ac:spMkLst>
        </pc:spChg>
        <pc:spChg chg="add mod">
          <ac:chgData name="Anurag Ramesh" userId="10d34ed9-9826-4a8d-9d57-780025067f77" providerId="ADAL" clId="{8737984A-7C07-4B63-9A04-51A6430064C6}" dt="2025-12-08T18:06:41.053" v="1911"/>
          <ac:spMkLst>
            <pc:docMk/>
            <pc:sldMk cId="3640371451" sldId="273"/>
            <ac:spMk id="16" creationId="{C43103AD-DE88-2A9E-007E-A18F1E106CC0}"/>
          </ac:spMkLst>
        </pc:spChg>
        <pc:picChg chg="add mod">
          <ac:chgData name="Anurag Ramesh" userId="10d34ed9-9826-4a8d-9d57-780025067f77" providerId="ADAL" clId="{8737984A-7C07-4B63-9A04-51A6430064C6}" dt="2025-12-08T16:47:53.401" v="524" actId="14100"/>
          <ac:picMkLst>
            <pc:docMk/>
            <pc:sldMk cId="3640371451" sldId="273"/>
            <ac:picMk id="9" creationId="{CCDE4BCC-353E-5AA1-1B6B-6BCD54B7811D}"/>
          </ac:picMkLst>
        </pc:picChg>
        <pc:picChg chg="del">
          <ac:chgData name="Anurag Ramesh" userId="10d34ed9-9826-4a8d-9d57-780025067f77" providerId="ADAL" clId="{8737984A-7C07-4B63-9A04-51A6430064C6}" dt="2025-12-08T16:47:47.736" v="521" actId="478"/>
          <ac:picMkLst>
            <pc:docMk/>
            <pc:sldMk cId="3640371451" sldId="273"/>
            <ac:picMk id="10" creationId="{C5F8F9CB-5BCD-3441-42D8-998F93412912}"/>
          </ac:picMkLst>
        </pc:picChg>
        <pc:picChg chg="del">
          <ac:chgData name="Anurag Ramesh" userId="10d34ed9-9826-4a8d-9d57-780025067f77" providerId="ADAL" clId="{8737984A-7C07-4B63-9A04-51A6430064C6}" dt="2025-12-08T16:48:30.439" v="527" actId="478"/>
          <ac:picMkLst>
            <pc:docMk/>
            <pc:sldMk cId="3640371451" sldId="273"/>
            <ac:picMk id="12" creationId="{83A4DD6E-5178-B0D3-6B99-68922E7AB8CE}"/>
          </ac:picMkLst>
        </pc:picChg>
        <pc:picChg chg="add mod">
          <ac:chgData name="Anurag Ramesh" userId="10d34ed9-9826-4a8d-9d57-780025067f77" providerId="ADAL" clId="{8737984A-7C07-4B63-9A04-51A6430064C6}" dt="2025-12-08T16:48:41.503" v="532" actId="14100"/>
          <ac:picMkLst>
            <pc:docMk/>
            <pc:sldMk cId="3640371451" sldId="273"/>
            <ac:picMk id="13" creationId="{68C0B66D-0682-4FEA-866C-F839A50AA6BA}"/>
          </ac:picMkLst>
        </pc:picChg>
      </pc:sldChg>
      <pc:sldChg chg="addSp delSp modSp add mod modAnim">
        <pc:chgData name="Anurag Ramesh" userId="10d34ed9-9826-4a8d-9d57-780025067f77" providerId="ADAL" clId="{8737984A-7C07-4B63-9A04-51A6430064C6}" dt="2025-12-08T18:06:46.204" v="1913"/>
        <pc:sldMkLst>
          <pc:docMk/>
          <pc:sldMk cId="705124701" sldId="274"/>
        </pc:sldMkLst>
        <pc:spChg chg="mod">
          <ac:chgData name="Anurag Ramesh" userId="10d34ed9-9826-4a8d-9d57-780025067f77" providerId="ADAL" clId="{8737984A-7C07-4B63-9A04-51A6430064C6}" dt="2025-12-08T17:41:23.454" v="911" actId="1076"/>
          <ac:spMkLst>
            <pc:docMk/>
            <pc:sldMk cId="705124701" sldId="274"/>
            <ac:spMk id="7" creationId="{7F7AB296-B250-BB81-47E0-740132A46B8E}"/>
          </ac:spMkLst>
        </pc:spChg>
        <pc:spChg chg="del">
          <ac:chgData name="Anurag Ramesh" userId="10d34ed9-9826-4a8d-9d57-780025067f77" providerId="ADAL" clId="{8737984A-7C07-4B63-9A04-51A6430064C6}" dt="2025-12-08T18:06:45.756" v="1912" actId="478"/>
          <ac:spMkLst>
            <pc:docMk/>
            <pc:sldMk cId="705124701" sldId="274"/>
            <ac:spMk id="8" creationId="{942F135E-98E7-4FD3-D89B-799B811240A4}"/>
          </ac:spMkLst>
        </pc:spChg>
        <pc:spChg chg="add mod">
          <ac:chgData name="Anurag Ramesh" userId="10d34ed9-9826-4a8d-9d57-780025067f77" providerId="ADAL" clId="{8737984A-7C07-4B63-9A04-51A6430064C6}" dt="2025-12-08T17:33:57.901" v="633" actId="20577"/>
          <ac:spMkLst>
            <pc:docMk/>
            <pc:sldMk cId="705124701" sldId="274"/>
            <ac:spMk id="11" creationId="{F82EB15C-B1DE-BA4B-F3AB-7335C9A2E9C6}"/>
          </ac:spMkLst>
        </pc:spChg>
        <pc:spChg chg="add mod">
          <ac:chgData name="Anurag Ramesh" userId="10d34ed9-9826-4a8d-9d57-780025067f77" providerId="ADAL" clId="{8737984A-7C07-4B63-9A04-51A6430064C6}" dt="2025-12-08T18:06:46.204" v="1913"/>
          <ac:spMkLst>
            <pc:docMk/>
            <pc:sldMk cId="705124701" sldId="274"/>
            <ac:spMk id="12" creationId="{33D242AF-02E6-2E59-4F59-7B5C005EA629}"/>
          </ac:spMkLst>
        </pc:spChg>
        <pc:picChg chg="del">
          <ac:chgData name="Anurag Ramesh" userId="10d34ed9-9826-4a8d-9d57-780025067f77" providerId="ADAL" clId="{8737984A-7C07-4B63-9A04-51A6430064C6}" dt="2025-12-08T16:53:49.084" v="534" actId="478"/>
          <ac:picMkLst>
            <pc:docMk/>
            <pc:sldMk cId="705124701" sldId="274"/>
            <ac:picMk id="9" creationId="{438E468C-9274-99FF-B8C6-E4B24AB6514D}"/>
          </ac:picMkLst>
        </pc:picChg>
        <pc:picChg chg="add mod">
          <ac:chgData name="Anurag Ramesh" userId="10d34ed9-9826-4a8d-9d57-780025067f77" providerId="ADAL" clId="{8737984A-7C07-4B63-9A04-51A6430064C6}" dt="2025-12-08T16:54:09.911" v="542" actId="14100"/>
          <ac:picMkLst>
            <pc:docMk/>
            <pc:sldMk cId="705124701" sldId="274"/>
            <ac:picMk id="10" creationId="{C3B1C180-975E-E47A-C1F0-D3EABD41AFBD}"/>
          </ac:picMkLst>
        </pc:picChg>
        <pc:picChg chg="del">
          <ac:chgData name="Anurag Ramesh" userId="10d34ed9-9826-4a8d-9d57-780025067f77" providerId="ADAL" clId="{8737984A-7C07-4B63-9A04-51A6430064C6}" dt="2025-12-08T16:54:58.944" v="555" actId="478"/>
          <ac:picMkLst>
            <pc:docMk/>
            <pc:sldMk cId="705124701" sldId="274"/>
            <ac:picMk id="13" creationId="{35DEDF9B-C67D-9E46-BCA3-03A82A5369BF}"/>
          </ac:picMkLst>
        </pc:picChg>
      </pc:sldChg>
      <pc:sldChg chg="addSp delSp modSp add mod addAnim delAnim modAnim">
        <pc:chgData name="Anurag Ramesh" userId="10d34ed9-9826-4a8d-9d57-780025067f77" providerId="ADAL" clId="{8737984A-7C07-4B63-9A04-51A6430064C6}" dt="2025-12-08T18:07:07.616" v="1917" actId="20577"/>
        <pc:sldMkLst>
          <pc:docMk/>
          <pc:sldMk cId="2236102019" sldId="275"/>
        </pc:sldMkLst>
        <pc:spChg chg="mod">
          <ac:chgData name="Anurag Ramesh" userId="10d34ed9-9826-4a8d-9d57-780025067f77" providerId="ADAL" clId="{8737984A-7C07-4B63-9A04-51A6430064C6}" dt="2025-12-08T17:49:54.914" v="1351" actId="20577"/>
          <ac:spMkLst>
            <pc:docMk/>
            <pc:sldMk cId="2236102019" sldId="275"/>
            <ac:spMk id="2" creationId="{137AD34B-BA6C-571F-2BEA-43C4AB15D8EE}"/>
          </ac:spMkLst>
        </pc:spChg>
        <pc:spChg chg="mod">
          <ac:chgData name="Anurag Ramesh" userId="10d34ed9-9826-4a8d-9d57-780025067f77" providerId="ADAL" clId="{8737984A-7C07-4B63-9A04-51A6430064C6}" dt="2025-12-08T17:51:48.388" v="1450" actId="20577"/>
          <ac:spMkLst>
            <pc:docMk/>
            <pc:sldMk cId="2236102019" sldId="275"/>
            <ac:spMk id="7" creationId="{D6EB5043-A5CD-7116-5447-9522196BA898}"/>
          </ac:spMkLst>
        </pc:spChg>
        <pc:spChg chg="mod">
          <ac:chgData name="Anurag Ramesh" userId="10d34ed9-9826-4a8d-9d57-780025067f77" providerId="ADAL" clId="{8737984A-7C07-4B63-9A04-51A6430064C6}" dt="2025-12-08T18:07:07.616" v="1917" actId="20577"/>
          <ac:spMkLst>
            <pc:docMk/>
            <pc:sldMk cId="2236102019" sldId="275"/>
            <ac:spMk id="8" creationId="{47AAD000-BA12-323E-DF1F-C180B3F0DB5E}"/>
          </ac:spMkLst>
        </pc:spChg>
        <pc:spChg chg="add del mod">
          <ac:chgData name="Anurag Ramesh" userId="10d34ed9-9826-4a8d-9d57-780025067f77" providerId="ADAL" clId="{8737984A-7C07-4B63-9A04-51A6430064C6}" dt="2025-12-08T17:58:45.359" v="1653" actId="1076"/>
          <ac:spMkLst>
            <pc:docMk/>
            <pc:sldMk cId="2236102019" sldId="275"/>
            <ac:spMk id="11" creationId="{EDA1C151-0BF1-FE02-D0EE-E066288F7768}"/>
          </ac:spMkLst>
        </pc:spChg>
        <pc:spChg chg="add del mod">
          <ac:chgData name="Anurag Ramesh" userId="10d34ed9-9826-4a8d-9d57-780025067f77" providerId="ADAL" clId="{8737984A-7C07-4B63-9A04-51A6430064C6}" dt="2025-12-08T17:54:31.955" v="1487"/>
          <ac:spMkLst>
            <pc:docMk/>
            <pc:sldMk cId="2236102019" sldId="275"/>
            <ac:spMk id="20" creationId="{5D7AEE25-72F2-5E55-A4B9-47FF2B9FA47F}"/>
          </ac:spMkLst>
        </pc:spChg>
        <pc:spChg chg="add mod">
          <ac:chgData name="Anurag Ramesh" userId="10d34ed9-9826-4a8d-9d57-780025067f77" providerId="ADAL" clId="{8737984A-7C07-4B63-9A04-51A6430064C6}" dt="2025-12-08T17:54:56.561" v="1498" actId="1076"/>
          <ac:spMkLst>
            <pc:docMk/>
            <pc:sldMk cId="2236102019" sldId="275"/>
            <ac:spMk id="23" creationId="{973DC735-1755-BF71-9B6F-14CF02B95EE0}"/>
          </ac:spMkLst>
        </pc:spChg>
        <pc:spChg chg="add mod">
          <ac:chgData name="Anurag Ramesh" userId="10d34ed9-9826-4a8d-9d57-780025067f77" providerId="ADAL" clId="{8737984A-7C07-4B63-9A04-51A6430064C6}" dt="2025-12-08T17:55:29.093" v="1516" actId="1076"/>
          <ac:spMkLst>
            <pc:docMk/>
            <pc:sldMk cId="2236102019" sldId="275"/>
            <ac:spMk id="24" creationId="{F4A7F2AE-C304-7E5F-207B-1B46A63D604F}"/>
          </ac:spMkLst>
        </pc:spChg>
        <pc:spChg chg="add mod">
          <ac:chgData name="Anurag Ramesh" userId="10d34ed9-9826-4a8d-9d57-780025067f77" providerId="ADAL" clId="{8737984A-7C07-4B63-9A04-51A6430064C6}" dt="2025-12-08T17:55:50.675" v="1529" actId="1076"/>
          <ac:spMkLst>
            <pc:docMk/>
            <pc:sldMk cId="2236102019" sldId="275"/>
            <ac:spMk id="25" creationId="{74E4E891-7D4E-E488-B5BB-52DD998391AB}"/>
          </ac:spMkLst>
        </pc:spChg>
        <pc:spChg chg="add mod">
          <ac:chgData name="Anurag Ramesh" userId="10d34ed9-9826-4a8d-9d57-780025067f77" providerId="ADAL" clId="{8737984A-7C07-4B63-9A04-51A6430064C6}" dt="2025-12-08T17:56:12.150" v="1541" actId="1076"/>
          <ac:spMkLst>
            <pc:docMk/>
            <pc:sldMk cId="2236102019" sldId="275"/>
            <ac:spMk id="26" creationId="{FB57CC91-AEF1-17FD-60CA-F1827BEB2C54}"/>
          </ac:spMkLst>
        </pc:spChg>
        <pc:picChg chg="add mod">
          <ac:chgData name="Anurag Ramesh" userId="10d34ed9-9826-4a8d-9d57-780025067f77" providerId="ADAL" clId="{8737984A-7C07-4B63-9A04-51A6430064C6}" dt="2025-12-08T17:51:59" v="1453" actId="1076"/>
          <ac:picMkLst>
            <pc:docMk/>
            <pc:sldMk cId="2236102019" sldId="275"/>
            <ac:picMk id="9" creationId="{60FAAA41-0022-E15D-313A-14C2D09B9C6D}"/>
          </ac:picMkLst>
        </pc:picChg>
        <pc:picChg chg="del">
          <ac:chgData name="Anurag Ramesh" userId="10d34ed9-9826-4a8d-9d57-780025067f77" providerId="ADAL" clId="{8737984A-7C07-4B63-9A04-51A6430064C6}" dt="2025-12-08T17:47:37.610" v="1191" actId="478"/>
          <ac:picMkLst>
            <pc:docMk/>
            <pc:sldMk cId="2236102019" sldId="275"/>
            <ac:picMk id="10" creationId="{ACF4492A-5725-ACAD-F61A-200D0FCBDC86}"/>
          </ac:picMkLst>
        </pc:picChg>
        <pc:picChg chg="add del mod">
          <ac:chgData name="Anurag Ramesh" userId="10d34ed9-9826-4a8d-9d57-780025067f77" providerId="ADAL" clId="{8737984A-7C07-4B63-9A04-51A6430064C6}" dt="2025-12-08T17:52:36.658" v="1457" actId="478"/>
          <ac:picMkLst>
            <pc:docMk/>
            <pc:sldMk cId="2236102019" sldId="275"/>
            <ac:picMk id="13" creationId="{3574015E-3BC8-9EA6-25CC-F4F4C4AD6715}"/>
          </ac:picMkLst>
        </pc:picChg>
        <pc:picChg chg="add mod">
          <ac:chgData name="Anurag Ramesh" userId="10d34ed9-9826-4a8d-9d57-780025067f77" providerId="ADAL" clId="{8737984A-7C07-4B63-9A04-51A6430064C6}" dt="2025-12-08T17:54:12.644" v="1481" actId="1076"/>
          <ac:picMkLst>
            <pc:docMk/>
            <pc:sldMk cId="2236102019" sldId="275"/>
            <ac:picMk id="15" creationId="{BBCC5572-65A3-F3EC-CB44-740E9E5796DA}"/>
          </ac:picMkLst>
        </pc:picChg>
        <pc:picChg chg="add mod">
          <ac:chgData name="Anurag Ramesh" userId="10d34ed9-9826-4a8d-9d57-780025067f77" providerId="ADAL" clId="{8737984A-7C07-4B63-9A04-51A6430064C6}" dt="2025-12-08T17:54:16.166" v="1482" actId="14100"/>
          <ac:picMkLst>
            <pc:docMk/>
            <pc:sldMk cId="2236102019" sldId="275"/>
            <ac:picMk id="17" creationId="{2FD140A7-9516-EB18-A683-BA8E07FD6217}"/>
          </ac:picMkLst>
        </pc:picChg>
        <pc:picChg chg="add mod">
          <ac:chgData name="Anurag Ramesh" userId="10d34ed9-9826-4a8d-9d57-780025067f77" providerId="ADAL" clId="{8737984A-7C07-4B63-9A04-51A6430064C6}" dt="2025-12-08T17:54:18.654" v="1483" actId="14100"/>
          <ac:picMkLst>
            <pc:docMk/>
            <pc:sldMk cId="2236102019" sldId="275"/>
            <ac:picMk id="19" creationId="{9FA1A284-2AB1-ADF4-48DA-5FF0529947A2}"/>
          </ac:picMkLst>
        </pc:picChg>
        <pc:picChg chg="add mod">
          <ac:chgData name="Anurag Ramesh" userId="10d34ed9-9826-4a8d-9d57-780025067f77" providerId="ADAL" clId="{8737984A-7C07-4B63-9A04-51A6430064C6}" dt="2025-12-08T17:54:27.727" v="1485"/>
          <ac:picMkLst>
            <pc:docMk/>
            <pc:sldMk cId="2236102019" sldId="275"/>
            <ac:picMk id="22" creationId="{7F78CC9A-79F4-FE6E-5C21-7314D595C037}"/>
          </ac:picMkLst>
        </pc:picChg>
      </pc:sldChg>
      <pc:sldChg chg="addSp delSp modSp add mod delAnim modAnim">
        <pc:chgData name="Anurag Ramesh" userId="10d34ed9-9826-4a8d-9d57-780025067f77" providerId="ADAL" clId="{8737984A-7C07-4B63-9A04-51A6430064C6}" dt="2025-12-08T19:09:55.830" v="2229" actId="20577"/>
        <pc:sldMkLst>
          <pc:docMk/>
          <pc:sldMk cId="2376475570" sldId="276"/>
        </pc:sldMkLst>
        <pc:spChg chg="mod">
          <ac:chgData name="Anurag Ramesh" userId="10d34ed9-9826-4a8d-9d57-780025067f77" providerId="ADAL" clId="{8737984A-7C07-4B63-9A04-51A6430064C6}" dt="2025-12-08T19:09:55.830" v="2229" actId="20577"/>
          <ac:spMkLst>
            <pc:docMk/>
            <pc:sldMk cId="2376475570" sldId="276"/>
            <ac:spMk id="2" creationId="{BD4D5BC7-CD29-CC28-6E8B-818F388443C4}"/>
          </ac:spMkLst>
        </pc:spChg>
        <pc:spChg chg="mod">
          <ac:chgData name="Anurag Ramesh" userId="10d34ed9-9826-4a8d-9d57-780025067f77" providerId="ADAL" clId="{8737984A-7C07-4B63-9A04-51A6430064C6}" dt="2025-12-08T19:06:04.564" v="2161" actId="12"/>
          <ac:spMkLst>
            <pc:docMk/>
            <pc:sldMk cId="2376475570" sldId="276"/>
            <ac:spMk id="7" creationId="{E7DA167D-103F-A99B-6573-4A3B15628160}"/>
          </ac:spMkLst>
        </pc:spChg>
        <pc:spChg chg="del mod">
          <ac:chgData name="Anurag Ramesh" userId="10d34ed9-9826-4a8d-9d57-780025067f77" providerId="ADAL" clId="{8737984A-7C07-4B63-9A04-51A6430064C6}" dt="2025-12-08T18:05:36.834" v="1838" actId="478"/>
          <ac:spMkLst>
            <pc:docMk/>
            <pc:sldMk cId="2376475570" sldId="276"/>
            <ac:spMk id="11" creationId="{03AC27D4-8A73-A79C-4716-A1F7849762F4}"/>
          </ac:spMkLst>
        </pc:spChg>
        <pc:spChg chg="add mod">
          <ac:chgData name="Anurag Ramesh" userId="10d34ed9-9826-4a8d-9d57-780025067f77" providerId="ADAL" clId="{8737984A-7C07-4B63-9A04-51A6430064C6}" dt="2025-12-08T19:05:48.458" v="2158"/>
          <ac:spMkLst>
            <pc:docMk/>
            <pc:sldMk cId="2376475570" sldId="276"/>
            <ac:spMk id="14" creationId="{8B6238E7-7489-A356-4F5F-E76D4AD8CC74}"/>
          </ac:spMkLst>
        </pc:spChg>
        <pc:spChg chg="add mod">
          <ac:chgData name="Anurag Ramesh" userId="10d34ed9-9826-4a8d-9d57-780025067f77" providerId="ADAL" clId="{8737984A-7C07-4B63-9A04-51A6430064C6}" dt="2025-12-08T19:05:48.458" v="2158"/>
          <ac:spMkLst>
            <pc:docMk/>
            <pc:sldMk cId="2376475570" sldId="276"/>
            <ac:spMk id="16" creationId="{AF5E3161-BCFE-415F-C391-A4D27E8BDEC8}"/>
          </ac:spMkLst>
        </pc:spChg>
        <pc:spChg chg="add mod">
          <ac:chgData name="Anurag Ramesh" userId="10d34ed9-9826-4a8d-9d57-780025067f77" providerId="ADAL" clId="{8737984A-7C07-4B63-9A04-51A6430064C6}" dt="2025-12-08T19:05:48.458" v="2158"/>
          <ac:spMkLst>
            <pc:docMk/>
            <pc:sldMk cId="2376475570" sldId="276"/>
            <ac:spMk id="18" creationId="{F2983A71-4BF0-28BE-B174-E327E708C27C}"/>
          </ac:spMkLst>
        </pc:spChg>
        <pc:spChg chg="add mod">
          <ac:chgData name="Anurag Ramesh" userId="10d34ed9-9826-4a8d-9d57-780025067f77" providerId="ADAL" clId="{8737984A-7C07-4B63-9A04-51A6430064C6}" dt="2025-12-08T19:05:48.458" v="2158"/>
          <ac:spMkLst>
            <pc:docMk/>
            <pc:sldMk cId="2376475570" sldId="276"/>
            <ac:spMk id="20" creationId="{F8B75876-D1B8-7804-3D7B-A4D0B59465CF}"/>
          </ac:spMkLst>
        </pc:spChg>
        <pc:spChg chg="del">
          <ac:chgData name="Anurag Ramesh" userId="10d34ed9-9826-4a8d-9d57-780025067f77" providerId="ADAL" clId="{8737984A-7C07-4B63-9A04-51A6430064C6}" dt="2025-12-08T18:06:03.158" v="1899" actId="478"/>
          <ac:spMkLst>
            <pc:docMk/>
            <pc:sldMk cId="2376475570" sldId="276"/>
            <ac:spMk id="23" creationId="{93116FF6-A630-82B4-6EC2-E436F541132B}"/>
          </ac:spMkLst>
        </pc:spChg>
        <pc:spChg chg="del">
          <ac:chgData name="Anurag Ramesh" userId="10d34ed9-9826-4a8d-9d57-780025067f77" providerId="ADAL" clId="{8737984A-7C07-4B63-9A04-51A6430064C6}" dt="2025-12-08T18:06:03.158" v="1899" actId="478"/>
          <ac:spMkLst>
            <pc:docMk/>
            <pc:sldMk cId="2376475570" sldId="276"/>
            <ac:spMk id="24" creationId="{31A15F6B-8589-5C90-0B2A-B0F873C9CD67}"/>
          </ac:spMkLst>
        </pc:spChg>
        <pc:spChg chg="del">
          <ac:chgData name="Anurag Ramesh" userId="10d34ed9-9826-4a8d-9d57-780025067f77" providerId="ADAL" clId="{8737984A-7C07-4B63-9A04-51A6430064C6}" dt="2025-12-08T18:06:03.158" v="1899" actId="478"/>
          <ac:spMkLst>
            <pc:docMk/>
            <pc:sldMk cId="2376475570" sldId="276"/>
            <ac:spMk id="25" creationId="{66DA37B3-C003-874B-23AB-A2BFFC4B1F26}"/>
          </ac:spMkLst>
        </pc:spChg>
        <pc:spChg chg="del">
          <ac:chgData name="Anurag Ramesh" userId="10d34ed9-9826-4a8d-9d57-780025067f77" providerId="ADAL" clId="{8737984A-7C07-4B63-9A04-51A6430064C6}" dt="2025-12-08T18:06:03.158" v="1899" actId="478"/>
          <ac:spMkLst>
            <pc:docMk/>
            <pc:sldMk cId="2376475570" sldId="276"/>
            <ac:spMk id="26" creationId="{ED6760D9-CBD3-964B-9AF7-4223128BA1C5}"/>
          </ac:spMkLst>
        </pc:spChg>
        <pc:picChg chg="add mod">
          <ac:chgData name="Anurag Ramesh" userId="10d34ed9-9826-4a8d-9d57-780025067f77" providerId="ADAL" clId="{8737984A-7C07-4B63-9A04-51A6430064C6}" dt="2025-12-08T19:05:48.458" v="2158"/>
          <ac:picMkLst>
            <pc:docMk/>
            <pc:sldMk cId="2376475570" sldId="276"/>
            <ac:picMk id="3" creationId="{00EA3BA0-8DCB-B35E-7E71-0525BC5E2FD0}"/>
          </ac:picMkLst>
        </pc:picChg>
        <pc:picChg chg="del">
          <ac:chgData name="Anurag Ramesh" userId="10d34ed9-9826-4a8d-9d57-780025067f77" providerId="ADAL" clId="{8737984A-7C07-4B63-9A04-51A6430064C6}" dt="2025-12-08T18:06:03.158" v="1899" actId="478"/>
          <ac:picMkLst>
            <pc:docMk/>
            <pc:sldMk cId="2376475570" sldId="276"/>
            <ac:picMk id="9" creationId="{F6864D20-D188-D91E-3DDA-48D94FBDAA1A}"/>
          </ac:picMkLst>
        </pc:picChg>
        <pc:picChg chg="add mod">
          <ac:chgData name="Anurag Ramesh" userId="10d34ed9-9826-4a8d-9d57-780025067f77" providerId="ADAL" clId="{8737984A-7C07-4B63-9A04-51A6430064C6}" dt="2025-12-08T19:05:48.458" v="2158"/>
          <ac:picMkLst>
            <pc:docMk/>
            <pc:sldMk cId="2376475570" sldId="276"/>
            <ac:picMk id="10" creationId="{D9B12613-19EE-B593-5BB0-0CAD7B987080}"/>
          </ac:picMkLst>
        </pc:picChg>
        <pc:picChg chg="add mod">
          <ac:chgData name="Anurag Ramesh" userId="10d34ed9-9826-4a8d-9d57-780025067f77" providerId="ADAL" clId="{8737984A-7C07-4B63-9A04-51A6430064C6}" dt="2025-12-08T19:05:48.458" v="2158"/>
          <ac:picMkLst>
            <pc:docMk/>
            <pc:sldMk cId="2376475570" sldId="276"/>
            <ac:picMk id="12" creationId="{391FB430-7B51-F732-E0F7-91C2226EEE8A}"/>
          </ac:picMkLst>
        </pc:picChg>
        <pc:picChg chg="add mod">
          <ac:chgData name="Anurag Ramesh" userId="10d34ed9-9826-4a8d-9d57-780025067f77" providerId="ADAL" clId="{8737984A-7C07-4B63-9A04-51A6430064C6}" dt="2025-12-08T19:05:48.458" v="2158"/>
          <ac:picMkLst>
            <pc:docMk/>
            <pc:sldMk cId="2376475570" sldId="276"/>
            <ac:picMk id="13" creationId="{F50CD299-3382-1DCF-4A44-6A16990AC34D}"/>
          </ac:picMkLst>
        </pc:picChg>
        <pc:picChg chg="del">
          <ac:chgData name="Anurag Ramesh" userId="10d34ed9-9826-4a8d-9d57-780025067f77" providerId="ADAL" clId="{8737984A-7C07-4B63-9A04-51A6430064C6}" dt="2025-12-08T18:06:03.158" v="1899" actId="478"/>
          <ac:picMkLst>
            <pc:docMk/>
            <pc:sldMk cId="2376475570" sldId="276"/>
            <ac:picMk id="15" creationId="{B58C5C84-37DA-DD24-E807-3B0276F46CE4}"/>
          </ac:picMkLst>
        </pc:picChg>
        <pc:picChg chg="del">
          <ac:chgData name="Anurag Ramesh" userId="10d34ed9-9826-4a8d-9d57-780025067f77" providerId="ADAL" clId="{8737984A-7C07-4B63-9A04-51A6430064C6}" dt="2025-12-08T18:06:03.158" v="1899" actId="478"/>
          <ac:picMkLst>
            <pc:docMk/>
            <pc:sldMk cId="2376475570" sldId="276"/>
            <ac:picMk id="17" creationId="{DDDDE991-DADC-7DC6-6FA5-9060C0FC9A8F}"/>
          </ac:picMkLst>
        </pc:picChg>
        <pc:picChg chg="del">
          <ac:chgData name="Anurag Ramesh" userId="10d34ed9-9826-4a8d-9d57-780025067f77" providerId="ADAL" clId="{8737984A-7C07-4B63-9A04-51A6430064C6}" dt="2025-12-08T18:06:03.158" v="1899" actId="478"/>
          <ac:picMkLst>
            <pc:docMk/>
            <pc:sldMk cId="2376475570" sldId="276"/>
            <ac:picMk id="19" creationId="{FE6989E3-4D02-7A81-A77E-1FD312920DC6}"/>
          </ac:picMkLst>
        </pc:picChg>
      </pc:sldChg>
      <pc:sldChg chg="addSp modSp add mod modAnim">
        <pc:chgData name="Anurag Ramesh" userId="10d34ed9-9826-4a8d-9d57-780025067f77" providerId="ADAL" clId="{8737984A-7C07-4B63-9A04-51A6430064C6}" dt="2025-12-08T23:25:34.212" v="2328" actId="20577"/>
        <pc:sldMkLst>
          <pc:docMk/>
          <pc:sldMk cId="2462482791" sldId="277"/>
        </pc:sldMkLst>
        <pc:spChg chg="mod">
          <ac:chgData name="Anurag Ramesh" userId="10d34ed9-9826-4a8d-9d57-780025067f77" providerId="ADAL" clId="{8737984A-7C07-4B63-9A04-51A6430064C6}" dt="2025-12-08T23:25:34.212" v="2328" actId="20577"/>
          <ac:spMkLst>
            <pc:docMk/>
            <pc:sldMk cId="2462482791" sldId="277"/>
            <ac:spMk id="2" creationId="{032E6924-FEDA-9F22-CC55-7F714C37DC0A}"/>
          </ac:spMkLst>
        </pc:spChg>
        <pc:spChg chg="mod">
          <ac:chgData name="Anurag Ramesh" userId="10d34ed9-9826-4a8d-9d57-780025067f77" providerId="ADAL" clId="{8737984A-7C07-4B63-9A04-51A6430064C6}" dt="2025-12-08T23:14:26.188" v="2296" actId="1076"/>
          <ac:spMkLst>
            <pc:docMk/>
            <pc:sldMk cId="2462482791" sldId="277"/>
            <ac:spMk id="7" creationId="{FEB80592-6D9E-7DE1-4A33-472D79769837}"/>
          </ac:spMkLst>
        </pc:spChg>
        <pc:spChg chg="mod">
          <ac:chgData name="Anurag Ramesh" userId="10d34ed9-9826-4a8d-9d57-780025067f77" providerId="ADAL" clId="{8737984A-7C07-4B63-9A04-51A6430064C6}" dt="2025-12-08T23:21:40.044" v="2301" actId="20577"/>
          <ac:spMkLst>
            <pc:docMk/>
            <pc:sldMk cId="2462482791" sldId="277"/>
            <ac:spMk id="8" creationId="{CCC7FE5D-ABB6-734E-745C-96F3788DC131}"/>
          </ac:spMkLst>
        </pc:spChg>
        <pc:spChg chg="add mod">
          <ac:chgData name="Anurag Ramesh" userId="10d34ed9-9826-4a8d-9d57-780025067f77" providerId="ADAL" clId="{8737984A-7C07-4B63-9A04-51A6430064C6}" dt="2025-12-08T23:24:05.459" v="2311" actId="14100"/>
          <ac:spMkLst>
            <pc:docMk/>
            <pc:sldMk cId="2462482791" sldId="277"/>
            <ac:spMk id="10" creationId="{BE5726D9-F147-08AD-525D-7A6E2553E724}"/>
          </ac:spMkLst>
        </pc:spChg>
        <pc:picChg chg="add mod">
          <ac:chgData name="Anurag Ramesh" userId="10d34ed9-9826-4a8d-9d57-780025067f77" providerId="ADAL" clId="{8737984A-7C07-4B63-9A04-51A6430064C6}" dt="2025-12-08T23:14:31.196" v="2297" actId="1076"/>
          <ac:picMkLst>
            <pc:docMk/>
            <pc:sldMk cId="2462482791" sldId="277"/>
            <ac:picMk id="9" creationId="{61B4F51C-5608-9D7C-E263-E02F75CEAD2B}"/>
          </ac:picMkLst>
        </pc:picChg>
      </pc:sldChg>
      <pc:sldChg chg="delSp modSp add mod delAnim">
        <pc:chgData name="Anurag Ramesh" userId="10d34ed9-9826-4a8d-9d57-780025067f77" providerId="ADAL" clId="{8737984A-7C07-4B63-9A04-51A6430064C6}" dt="2025-12-09T00:41:58.138" v="2393" actId="478"/>
        <pc:sldMkLst>
          <pc:docMk/>
          <pc:sldMk cId="3561577717" sldId="278"/>
        </pc:sldMkLst>
        <pc:spChg chg="mod">
          <ac:chgData name="Anurag Ramesh" userId="10d34ed9-9826-4a8d-9d57-780025067f77" providerId="ADAL" clId="{8737984A-7C07-4B63-9A04-51A6430064C6}" dt="2025-12-09T00:41:47.627" v="2389" actId="20577"/>
          <ac:spMkLst>
            <pc:docMk/>
            <pc:sldMk cId="3561577717" sldId="278"/>
            <ac:spMk id="2" creationId="{B8F14C88-AA0C-70A8-356E-19AE8198DE68}"/>
          </ac:spMkLst>
        </pc:spChg>
        <pc:spChg chg="del">
          <ac:chgData name="Anurag Ramesh" userId="10d34ed9-9826-4a8d-9d57-780025067f77" providerId="ADAL" clId="{8737984A-7C07-4B63-9A04-51A6430064C6}" dt="2025-12-09T00:41:58.138" v="2393" actId="478"/>
          <ac:spMkLst>
            <pc:docMk/>
            <pc:sldMk cId="3561577717" sldId="278"/>
            <ac:spMk id="7" creationId="{BE7FB370-E4AC-2EF7-8A94-114D501B46EA}"/>
          </ac:spMkLst>
        </pc:spChg>
        <pc:spChg chg="del mod">
          <ac:chgData name="Anurag Ramesh" userId="10d34ed9-9826-4a8d-9d57-780025067f77" providerId="ADAL" clId="{8737984A-7C07-4B63-9A04-51A6430064C6}" dt="2025-12-09T00:41:54.966" v="2392" actId="478"/>
          <ac:spMkLst>
            <pc:docMk/>
            <pc:sldMk cId="3561577717" sldId="278"/>
            <ac:spMk id="10" creationId="{D0AC4071-B70E-5451-F9A7-BAA9133D7DCB}"/>
          </ac:spMkLst>
        </pc:spChg>
        <pc:picChg chg="del">
          <ac:chgData name="Anurag Ramesh" userId="10d34ed9-9826-4a8d-9d57-780025067f77" providerId="ADAL" clId="{8737984A-7C07-4B63-9A04-51A6430064C6}" dt="2025-12-09T00:41:51.621" v="2390" actId="478"/>
          <ac:picMkLst>
            <pc:docMk/>
            <pc:sldMk cId="3561577717" sldId="278"/>
            <ac:picMk id="9" creationId="{543F1FCB-3A02-8A5F-C1CD-594EF708B077}"/>
          </ac:picMkLst>
        </pc:picChg>
      </pc:sldChg>
      <pc:sldChg chg="modSp add mod">
        <pc:chgData name="Anurag Ramesh" userId="10d34ed9-9826-4a8d-9d57-780025067f77" providerId="ADAL" clId="{8737984A-7C07-4B63-9A04-51A6430064C6}" dt="2025-12-09T00:42:11.567" v="2411" actId="20577"/>
        <pc:sldMkLst>
          <pc:docMk/>
          <pc:sldMk cId="1549893138" sldId="279"/>
        </pc:sldMkLst>
        <pc:spChg chg="mod">
          <ac:chgData name="Anurag Ramesh" userId="10d34ed9-9826-4a8d-9d57-780025067f77" providerId="ADAL" clId="{8737984A-7C07-4B63-9A04-51A6430064C6}" dt="2025-12-09T00:42:11.567" v="2411" actId="20577"/>
          <ac:spMkLst>
            <pc:docMk/>
            <pc:sldMk cId="1549893138" sldId="279"/>
            <ac:spMk id="2" creationId="{471F4485-8A94-88E8-6B84-6088A7349926}"/>
          </ac:spMkLst>
        </pc:spChg>
      </pc:sldChg>
      <pc:sldChg chg="modSp add mod">
        <pc:chgData name="Anurag Ramesh" userId="10d34ed9-9826-4a8d-9d57-780025067f77" providerId="ADAL" clId="{8737984A-7C07-4B63-9A04-51A6430064C6}" dt="2025-12-09T00:42:23.487" v="2416" actId="20577"/>
        <pc:sldMkLst>
          <pc:docMk/>
          <pc:sldMk cId="4064160546" sldId="280"/>
        </pc:sldMkLst>
        <pc:spChg chg="mod">
          <ac:chgData name="Anurag Ramesh" userId="10d34ed9-9826-4a8d-9d57-780025067f77" providerId="ADAL" clId="{8737984A-7C07-4B63-9A04-51A6430064C6}" dt="2025-12-09T00:42:23.487" v="2416" actId="20577"/>
          <ac:spMkLst>
            <pc:docMk/>
            <pc:sldMk cId="4064160546" sldId="280"/>
            <ac:spMk id="2" creationId="{8C650CF0-8E1C-0D36-DF19-E12548B35865}"/>
          </ac:spMkLst>
        </pc:spChg>
      </pc:sldChg>
      <pc:sldChg chg="modSp add mod">
        <pc:chgData name="Anurag Ramesh" userId="10d34ed9-9826-4a8d-9d57-780025067f77" providerId="ADAL" clId="{8737984A-7C07-4B63-9A04-51A6430064C6}" dt="2025-12-09T00:42:48.334" v="2461" actId="20577"/>
        <pc:sldMkLst>
          <pc:docMk/>
          <pc:sldMk cId="3675144444" sldId="281"/>
        </pc:sldMkLst>
        <pc:spChg chg="mod">
          <ac:chgData name="Anurag Ramesh" userId="10d34ed9-9826-4a8d-9d57-780025067f77" providerId="ADAL" clId="{8737984A-7C07-4B63-9A04-51A6430064C6}" dt="2025-12-09T00:42:48.334" v="2461" actId="20577"/>
          <ac:spMkLst>
            <pc:docMk/>
            <pc:sldMk cId="3675144444" sldId="281"/>
            <ac:spMk id="2" creationId="{0278ABB1-F1DF-3144-995F-723FF69CD8CC}"/>
          </ac:spMkLst>
        </pc:spChg>
      </pc:sldChg>
      <pc:sldChg chg="modSp add mod">
        <pc:chgData name="Anurag Ramesh" userId="10d34ed9-9826-4a8d-9d57-780025067f77" providerId="ADAL" clId="{8737984A-7C07-4B63-9A04-51A6430064C6}" dt="2025-12-09T00:43:21.745" v="2502" actId="20577"/>
        <pc:sldMkLst>
          <pc:docMk/>
          <pc:sldMk cId="3753602879" sldId="282"/>
        </pc:sldMkLst>
        <pc:spChg chg="mod">
          <ac:chgData name="Anurag Ramesh" userId="10d34ed9-9826-4a8d-9d57-780025067f77" providerId="ADAL" clId="{8737984A-7C07-4B63-9A04-51A6430064C6}" dt="2025-12-09T00:43:21.745" v="2502" actId="20577"/>
          <ac:spMkLst>
            <pc:docMk/>
            <pc:sldMk cId="3753602879" sldId="282"/>
            <ac:spMk id="2" creationId="{B1C71752-08AB-D322-FD7E-A7DC65B63DD0}"/>
          </ac:spMkLst>
        </pc:spChg>
      </pc:sldChg>
      <pc:sldChg chg="modSp add mod">
        <pc:chgData name="Anurag Ramesh" userId="10d34ed9-9826-4a8d-9d57-780025067f77" providerId="ADAL" clId="{8737984A-7C07-4B63-9A04-51A6430064C6}" dt="2025-12-09T00:43:31.451" v="2513" actId="20577"/>
        <pc:sldMkLst>
          <pc:docMk/>
          <pc:sldMk cId="428586026" sldId="283"/>
        </pc:sldMkLst>
        <pc:spChg chg="mod">
          <ac:chgData name="Anurag Ramesh" userId="10d34ed9-9826-4a8d-9d57-780025067f77" providerId="ADAL" clId="{8737984A-7C07-4B63-9A04-51A6430064C6}" dt="2025-12-09T00:43:31.451" v="2513" actId="20577"/>
          <ac:spMkLst>
            <pc:docMk/>
            <pc:sldMk cId="428586026" sldId="283"/>
            <ac:spMk id="2" creationId="{89E44F66-4A09-B6F5-1944-FB2DFB8428E2}"/>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0"/>
              <a:t>Client validation accuracy per round (%) · round 7 is the capture round</a:t>
            </a:r>
          </a:p>
        </c:rich>
      </c:tx>
      <c:layout/>
      <c:overlay val="0"/>
    </c:title>
    <c:autoTitleDeleted val="0"/>
    <c:plotArea>
      <c:lineChart>
        <c:grouping val="standard"/>
        <c:varyColors val="0"/>
        <c:ser>
          <c:idx val="0"/>
          <c:order val="0"/>
          <c:tx>
            <c:strRef>
              <c:f>Sheet1!$B$1</c:f>
              <c:strCache>
                <c:ptCount val="1"/>
                <c:pt idx="0">
                  <c:v>Plaintext FL</c:v>
                </c:pt>
              </c:strCache>
            </c:strRef>
          </c:tx>
          <c:spPr>
            <a:ln w="28575">
              <a:solidFill>
                <a:srgbClr val="555960"/>
              </a:solidFill>
            </a:ln>
          </c:spPr>
          <c:marker>
            <c:symbol val="circle"/>
            <c:size val="7"/>
            <c:spPr>
              <a:solidFill>
                <a:srgbClr val="555960"/>
              </a:solidFill>
              <a:ln>
                <a:solidFill>
                  <a:srgbClr val="555960"/>
                </a:solidFill>
              </a:ln>
            </c:spPr>
          </c:marker>
          <c:cat>
            <c:strRef>
              <c:f>Sheet1!$A$2:$A$11</c:f>
              <c:strCache>
                <c:ptCount val="10"/>
                <c:pt idx="0">
                  <c:v>1</c:v>
                </c:pt>
                <c:pt idx="1">
                  <c:v>2</c:v>
                </c:pt>
                <c:pt idx="2">
                  <c:v>3</c:v>
                </c:pt>
                <c:pt idx="3">
                  <c:v>4</c:v>
                </c:pt>
                <c:pt idx="4">
                  <c:v>5</c:v>
                </c:pt>
                <c:pt idx="5">
                  <c:v>6</c:v>
                </c:pt>
                <c:pt idx="6">
                  <c:v>7</c:v>
                </c:pt>
                <c:pt idx="7">
                  <c:v>8</c:v>
                </c:pt>
                <c:pt idx="8">
                  <c:v>9</c:v>
                </c:pt>
                <c:pt idx="9">
                  <c:v>10</c:v>
                </c:pt>
              </c:strCache>
            </c:strRef>
          </c:cat>
          <c:val>
            <c:numRef>
              <c:f>Sheet1!$B$2:$B$11</c:f>
              <c:numCache>
                <c:formatCode>General</c:formatCode>
                <c:ptCount val="10"/>
                <c:pt idx="0">
                  <c:v>72.46</c:v>
                </c:pt>
                <c:pt idx="1">
                  <c:v>83.86</c:v>
                </c:pt>
                <c:pt idx="2">
                  <c:v>87.89</c:v>
                </c:pt>
                <c:pt idx="3">
                  <c:v>86.14</c:v>
                </c:pt>
                <c:pt idx="4">
                  <c:v>89.82</c:v>
                </c:pt>
                <c:pt idx="5">
                  <c:v>88.42</c:v>
                </c:pt>
                <c:pt idx="6">
                  <c:v>88.07</c:v>
                </c:pt>
                <c:pt idx="7">
                  <c:v>92.11</c:v>
                </c:pt>
                <c:pt idx="8">
                  <c:v>93.33</c:v>
                </c:pt>
                <c:pt idx="9">
                  <c:v>92.46</c:v>
                </c:pt>
              </c:numCache>
            </c:numRef>
          </c:val>
          <c:smooth val="0"/>
        </c:ser>
        <c:ser>
          <c:idx val="1"/>
          <c:order val="1"/>
          <c:tx>
            <c:strRef>
              <c:f>Sheet1!$C$1</c:f>
              <c:strCache>
                <c:ptCount val="1"/>
                <c:pt idx="0">
                  <c:v>FHE FL (CKKS)</c:v>
                </c:pt>
              </c:strCache>
            </c:strRef>
          </c:tx>
          <c:spPr>
            <a:ln w="28575">
              <a:solidFill>
                <a:srgbClr val="8E6F3E"/>
              </a:solidFill>
            </a:ln>
          </c:spPr>
          <c:marker>
            <c:symbol val="square"/>
            <c:size val="7"/>
            <c:spPr>
              <a:solidFill>
                <a:srgbClr val="8E6F3E"/>
              </a:solidFill>
              <a:ln>
                <a:solidFill>
                  <a:srgbClr val="8E6F3E"/>
                </a:solidFill>
              </a:ln>
            </c:spPr>
          </c:marker>
          <c:cat>
            <c:strRef>
              <c:f>Sheet1!$A$2:$A$11</c:f>
              <c:strCache>
                <c:ptCount val="10"/>
                <c:pt idx="0">
                  <c:v>1</c:v>
                </c:pt>
                <c:pt idx="1">
                  <c:v>2</c:v>
                </c:pt>
                <c:pt idx="2">
                  <c:v>3</c:v>
                </c:pt>
                <c:pt idx="3">
                  <c:v>4</c:v>
                </c:pt>
                <c:pt idx="4">
                  <c:v>5</c:v>
                </c:pt>
                <c:pt idx="5">
                  <c:v>6</c:v>
                </c:pt>
                <c:pt idx="6">
                  <c:v>7</c:v>
                </c:pt>
                <c:pt idx="7">
                  <c:v>8</c:v>
                </c:pt>
                <c:pt idx="8">
                  <c:v>9</c:v>
                </c:pt>
                <c:pt idx="9">
                  <c:v>10</c:v>
                </c:pt>
              </c:strCache>
            </c:strRef>
          </c:cat>
          <c:val>
            <c:numRef>
              <c:f>Sheet1!$C$2:$C$11</c:f>
              <c:numCache>
                <c:formatCode>General</c:formatCode>
                <c:ptCount val="10"/>
                <c:pt idx="0">
                  <c:v>72.46</c:v>
                </c:pt>
                <c:pt idx="1">
                  <c:v>83.68</c:v>
                </c:pt>
                <c:pt idx="2">
                  <c:v>86.67</c:v>
                </c:pt>
                <c:pt idx="3">
                  <c:v>85.96</c:v>
                </c:pt>
                <c:pt idx="4">
                  <c:v>89.65</c:v>
                </c:pt>
                <c:pt idx="5">
                  <c:v>88.77</c:v>
                </c:pt>
                <c:pt idx="6">
                  <c:v>87.89</c:v>
                </c:pt>
                <c:pt idx="7">
                  <c:v>92.63</c:v>
                </c:pt>
                <c:pt idx="8">
                  <c:v>93.86</c:v>
                </c:pt>
                <c:pt idx="9">
                  <c:v>92.81</c:v>
                </c:pt>
              </c:numCache>
            </c:numRef>
          </c:val>
          <c:smooth val="0"/>
        </c:ser>
        <c:marker val="1"/>
        <c:smooth val="0"/>
        <c:axId val="2118791784"/>
        <c:axId val="2140495176"/>
      </c:lineChart>
      <c:catAx>
        <c:axId val="2118791784"/>
        <c:scaling>
          <c:orientation val="minMax"/>
        </c:scaling>
        <c:delete val="0"/>
        <c:axPos val="b"/>
        <c:title>
          <c:tx>
            <c:rich>
              <a:bodyPr/>
              <a:lstStyle/>
              <a:p>
                <a:r>
                  <a:rPr sz="1200" b="0"/>
                  <a:t>Round</a:t>
                </a:r>
              </a:p>
            </c:rich>
          </c:tx>
          <c:layout/>
          <c:overlay val="0"/>
        </c:title>
        <c:majorTickMark val="out"/>
        <c:minorTickMark val="none"/>
        <c:tickLblPos val="nextTo"/>
        <c:spPr>
          <a:ln>
            <a:solidFill>
              <a:srgbClr val="D9D9D9"/>
            </a:solidFill>
          </a:ln>
        </c:spPr>
        <c:crossAx val="2140495176"/>
        <c:crosses val="autoZero"/>
        <c:auto val="1"/>
        <c:lblAlgn val="ctr"/>
        <c:lblOffset val="100"/>
        <c:noMultiLvlLbl val="0"/>
      </c:catAx>
      <c:valAx>
        <c:axId val="2140495176"/>
        <c:scaling>
          <c:max val="95.0"/>
          <c:min val="70.0"/>
        </c:scaling>
        <c:delete val="0"/>
        <c:axPos val="l"/>
        <c:majorGridlines>
          <c:spPr>
            <a:ln>
              <a:solidFill>
                <a:srgbClr val="E8E8E8"/>
              </a:solidFill>
            </a:ln>
          </c:spPr>
        </c:majorGridlines>
        <c:majorTickMark val="out"/>
        <c:minorTickMark val="none"/>
        <c:tickLblPos val="nextTo"/>
        <c:spPr>
          <a:ln>
            <a:noFill/>
          </a:ln>
        </c:spPr>
        <c:crossAx val="2118791784"/>
        <c:crosses val="autoZero"/>
        <c:majorUnit val="5.0"/>
      </c:valAx>
    </c:plotArea>
    <c:legend>
      <c:legendPos val="b"/>
      <c:layout/>
      <c:overlay val="0"/>
    </c:legend>
    <c:plotVisOnly val="1"/>
    <c:dispBlanksAs val="gap"/>
    <c:showDLblsOverMax val="0"/>
  </c:chart>
  <c:txPr>
    <a:bodyPr/>
    <a:lstStyle/>
    <a:p>
      <a:pPr>
        <a:defRPr sz="1200">
          <a:latin typeface="+mn-lt"/>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9E476EE-9138-4985-8B4F-A9C1CFC5B926}" type="datetimeFigureOut">
              <a:rPr lang="en-US" smtClean="0"/>
              <a:t>12/7/2025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ED66320-C7CA-44AB-9CA1-1697F96BD003}" type="slidenum">
              <a:rPr lang="en-US" smtClean="0"/>
              <a:t>‹#›</a:t>
            </a:fld>
            <a:endParaRPr lang="en-US"/>
          </a:p>
        </p:txBody>
      </p:sp>
    </p:spTree>
    <p:extLst>
      <p:ext uri="{BB962C8B-B14F-4D97-AF65-F5344CB8AC3E}">
        <p14:creationId xmlns:p14="http://schemas.microsoft.com/office/powerpoint/2010/main" val="4680537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Federated Learning simply reverses this approach. It enables machine learning on distributed data by moving the training to the data, instead of moving the data to the training.</a:t>
            </a:r>
          </a:p>
        </p:txBody>
      </p:sp>
      <p:sp>
        <p:nvSpPr>
          <p:cNvPr id="4" name="Slide Number Placeholder 3"/>
          <p:cNvSpPr>
            <a:spLocks noGrp="1"/>
          </p:cNvSpPr>
          <p:nvPr>
            <p:ph type="sldNum" sz="quarter" idx="5"/>
          </p:nvPr>
        </p:nvSpPr>
        <p:spPr/>
        <p:txBody>
          <a:bodyPr/>
          <a:lstStyle/>
          <a:p>
            <a:fld id="{FED66320-C7CA-44AB-9CA1-1697F96BD003}" type="slidenum">
              <a:rPr lang="en-US" smtClean="0"/>
              <a:t>5</a:t>
            </a:fld>
            <a:endParaRPr lang="en-US"/>
          </a:p>
        </p:txBody>
      </p:sp>
    </p:spTree>
    <p:extLst>
      <p:ext uri="{BB962C8B-B14F-4D97-AF65-F5344CB8AC3E}">
        <p14:creationId xmlns:p14="http://schemas.microsoft.com/office/powerpoint/2010/main" val="8228660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E73211-FADA-D798-073E-7B0342BD69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43A3A1-C219-178B-7EF6-238B6AB55E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A46D13-CB28-0B66-3612-053AECECB64D}"/>
              </a:ext>
            </a:extLst>
          </p:cNvPr>
          <p:cNvSpPr>
            <a:spLocks noGrp="1"/>
          </p:cNvSpPr>
          <p:nvPr>
            <p:ph type="body" idx="1"/>
          </p:nvPr>
        </p:nvSpPr>
        <p:spPr/>
        <p:txBody>
          <a:bodyPr/>
          <a:lstStyle/>
          <a:p>
            <a:r>
              <a:rPr lang="en-US" dirty="0"/>
              <a:t>Federated Learning simply reverses this approach. It enables machine learning on distributed data by moving the training to the data, instead of moving the data to the training.</a:t>
            </a:r>
          </a:p>
        </p:txBody>
      </p:sp>
      <p:sp>
        <p:nvSpPr>
          <p:cNvPr id="4" name="Slide Number Placeholder 3">
            <a:extLst>
              <a:ext uri="{FF2B5EF4-FFF2-40B4-BE49-F238E27FC236}">
                <a16:creationId xmlns:a16="http://schemas.microsoft.com/office/drawing/2014/main" id="{08D51D5A-118B-8975-1459-BC3C9287421F}"/>
              </a:ext>
            </a:extLst>
          </p:cNvPr>
          <p:cNvSpPr>
            <a:spLocks noGrp="1"/>
          </p:cNvSpPr>
          <p:nvPr>
            <p:ph type="sldNum" sz="quarter" idx="5"/>
          </p:nvPr>
        </p:nvSpPr>
        <p:spPr/>
        <p:txBody>
          <a:bodyPr/>
          <a:lstStyle/>
          <a:p>
            <a:fld id="{FED66320-C7CA-44AB-9CA1-1697F96BD003}" type="slidenum">
              <a:rPr lang="en-US" smtClean="0"/>
              <a:t>6</a:t>
            </a:fld>
            <a:endParaRPr lang="en-US"/>
          </a:p>
        </p:txBody>
      </p:sp>
    </p:spTree>
    <p:extLst>
      <p:ext uri="{BB962C8B-B14F-4D97-AF65-F5344CB8AC3E}">
        <p14:creationId xmlns:p14="http://schemas.microsoft.com/office/powerpoint/2010/main" val="18247334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6AAF33-B3F1-D405-BEA7-4E000C0682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78CDCC-6A42-159D-E330-D199ECD354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E0D3D6-FCF3-5222-3D6B-6CFA852590E7}"/>
              </a:ext>
            </a:extLst>
          </p:cNvPr>
          <p:cNvSpPr>
            <a:spLocks noGrp="1"/>
          </p:cNvSpPr>
          <p:nvPr>
            <p:ph type="body" idx="1"/>
          </p:nvPr>
        </p:nvSpPr>
        <p:spPr/>
        <p:txBody>
          <a:bodyPr/>
          <a:lstStyle/>
          <a:p>
            <a:r>
              <a:rPr lang="en-US" dirty="0"/>
              <a:t>Federated Learning simply reverses this approach. It enables machine learning on distributed data by moving the training to the data, instead of moving the data to the training.</a:t>
            </a:r>
          </a:p>
        </p:txBody>
      </p:sp>
      <p:sp>
        <p:nvSpPr>
          <p:cNvPr id="4" name="Slide Number Placeholder 3">
            <a:extLst>
              <a:ext uri="{FF2B5EF4-FFF2-40B4-BE49-F238E27FC236}">
                <a16:creationId xmlns:a16="http://schemas.microsoft.com/office/drawing/2014/main" id="{69F20E45-79BE-D665-ECEA-BE1F43C8B878}"/>
              </a:ext>
            </a:extLst>
          </p:cNvPr>
          <p:cNvSpPr>
            <a:spLocks noGrp="1"/>
          </p:cNvSpPr>
          <p:nvPr>
            <p:ph type="sldNum" sz="quarter" idx="5"/>
          </p:nvPr>
        </p:nvSpPr>
        <p:spPr/>
        <p:txBody>
          <a:bodyPr/>
          <a:lstStyle/>
          <a:p>
            <a:fld id="{FED66320-C7CA-44AB-9CA1-1697F96BD003}" type="slidenum">
              <a:rPr lang="en-US" smtClean="0"/>
              <a:t>7</a:t>
            </a:fld>
            <a:endParaRPr lang="en-US"/>
          </a:p>
        </p:txBody>
      </p:sp>
    </p:spTree>
    <p:extLst>
      <p:ext uri="{BB962C8B-B14F-4D97-AF65-F5344CB8AC3E}">
        <p14:creationId xmlns:p14="http://schemas.microsoft.com/office/powerpoint/2010/main" val="22869914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E6B59B-B028-A264-5B34-AF19B8B2E2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5003A3-BD48-BC26-DEED-24CDF30ED9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A78AE5-B1B4-0EC9-AC3B-0F06AACD49F0}"/>
              </a:ext>
            </a:extLst>
          </p:cNvPr>
          <p:cNvSpPr>
            <a:spLocks noGrp="1"/>
          </p:cNvSpPr>
          <p:nvPr>
            <p:ph type="body" idx="1"/>
          </p:nvPr>
        </p:nvSpPr>
        <p:spPr/>
        <p:txBody>
          <a:bodyPr/>
          <a:lstStyle/>
          <a:p>
            <a:r>
              <a:rPr lang="en-US" dirty="0"/>
              <a:t>Federated Learning simply reverses this approach. It enables machine learning on distributed data by moving the training to the data, instead of moving the data to the training.</a:t>
            </a:r>
          </a:p>
        </p:txBody>
      </p:sp>
      <p:sp>
        <p:nvSpPr>
          <p:cNvPr id="4" name="Slide Number Placeholder 3">
            <a:extLst>
              <a:ext uri="{FF2B5EF4-FFF2-40B4-BE49-F238E27FC236}">
                <a16:creationId xmlns:a16="http://schemas.microsoft.com/office/drawing/2014/main" id="{4971B621-3FB2-CEEE-A7B1-4AB2247375BC}"/>
              </a:ext>
            </a:extLst>
          </p:cNvPr>
          <p:cNvSpPr>
            <a:spLocks noGrp="1"/>
          </p:cNvSpPr>
          <p:nvPr>
            <p:ph type="sldNum" sz="quarter" idx="5"/>
          </p:nvPr>
        </p:nvSpPr>
        <p:spPr/>
        <p:txBody>
          <a:bodyPr/>
          <a:lstStyle/>
          <a:p>
            <a:fld id="{FED66320-C7CA-44AB-9CA1-1697F96BD003}" type="slidenum">
              <a:rPr lang="en-US" smtClean="0"/>
              <a:t>8</a:t>
            </a:fld>
            <a:endParaRPr lang="en-US"/>
          </a:p>
        </p:txBody>
      </p:sp>
    </p:spTree>
    <p:extLst>
      <p:ext uri="{BB962C8B-B14F-4D97-AF65-F5344CB8AC3E}">
        <p14:creationId xmlns:p14="http://schemas.microsoft.com/office/powerpoint/2010/main" val="2182240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EB27BA-92E9-1579-5D58-7CBF0A397D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3AC492-CBFC-D129-12E1-E991100D82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A2B617-C0F9-2214-8B9A-6F2A7A2076AE}"/>
              </a:ext>
            </a:extLst>
          </p:cNvPr>
          <p:cNvSpPr>
            <a:spLocks noGrp="1"/>
          </p:cNvSpPr>
          <p:nvPr>
            <p:ph type="body" idx="1"/>
          </p:nvPr>
        </p:nvSpPr>
        <p:spPr/>
        <p:txBody>
          <a:bodyPr/>
          <a:lstStyle/>
          <a:p>
            <a:r>
              <a:t>Three hospitals hold disjoint parts of the Kaggle brain-tumour MRI set. We train one CNN with federated averaging for 10 rounds. The images are 64 by 64 grayscale so that every weight can be encrypted each round. Round 7 is the round the server attacks: clients send a single SGD step on one image.</a:t>
            </a:r>
          </a:p>
        </p:txBody>
      </p:sp>
      <p:sp>
        <p:nvSpPr>
          <p:cNvPr id="4" name="Slide Number Placeholder 3">
            <a:extLst>
              <a:ext uri="{FF2B5EF4-FFF2-40B4-BE49-F238E27FC236}">
                <a16:creationId xmlns:a16="http://schemas.microsoft.com/office/drawing/2014/main" id="{A2544665-3D7F-E30B-F539-C079169725BE}"/>
              </a:ext>
            </a:extLst>
          </p:cNvPr>
          <p:cNvSpPr>
            <a:spLocks noGrp="1"/>
          </p:cNvSpPr>
          <p:nvPr>
            <p:ph type="sldNum" sz="quarter" idx="5"/>
          </p:nvPr>
        </p:nvSpPr>
        <p:spPr/>
        <p:txBody>
          <a:bodyPr/>
          <a:lstStyle/>
          <a:p>
            <a:fld id="{FED66320-C7CA-44AB-9CA1-1697F96BD003}" type="slidenum">
              <a:rPr lang="en-US" smtClean="0"/>
              <a:t>9</a:t>
            </a:fld>
            <a:endParaRPr lang="en-US"/>
          </a:p>
        </p:txBody>
      </p:sp>
    </p:spTree>
    <p:extLst>
      <p:ext uri="{BB962C8B-B14F-4D97-AF65-F5344CB8AC3E}">
        <p14:creationId xmlns:p14="http://schemas.microsoft.com/office/powerpoint/2010/main" val="11779403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E36EA3-F236-68DF-6968-8E9A43F534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C5DC27-D29A-51C8-52DC-BB8FA18016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3332EA-3D14-342D-6414-3E640687FB75}"/>
              </a:ext>
            </a:extLst>
          </p:cNvPr>
          <p:cNvSpPr>
            <a:spLocks noGrp="1"/>
          </p:cNvSpPr>
          <p:nvPr>
            <p:ph type="body" idx="1"/>
          </p:nvPr>
        </p:nvSpPr>
        <p:spPr/>
        <p:txBody>
          <a:bodyPr/>
          <a:lstStyle/>
          <a:p>
            <a:r>
              <a:rPr lang="en-US" dirty="0"/>
              <a:t>Federated Learning simply reverses this approach. It enables machine learning on distributed data by moving the training to the data, instead of moving the data to the training.</a:t>
            </a:r>
          </a:p>
        </p:txBody>
      </p:sp>
      <p:sp>
        <p:nvSpPr>
          <p:cNvPr id="4" name="Slide Number Placeholder 3">
            <a:extLst>
              <a:ext uri="{FF2B5EF4-FFF2-40B4-BE49-F238E27FC236}">
                <a16:creationId xmlns:a16="http://schemas.microsoft.com/office/drawing/2014/main" id="{164042F5-968F-AD1C-46A0-968FA1172939}"/>
              </a:ext>
            </a:extLst>
          </p:cNvPr>
          <p:cNvSpPr>
            <a:spLocks noGrp="1"/>
          </p:cNvSpPr>
          <p:nvPr>
            <p:ph type="sldNum" sz="quarter" idx="5"/>
          </p:nvPr>
        </p:nvSpPr>
        <p:spPr/>
        <p:txBody>
          <a:bodyPr/>
          <a:lstStyle/>
          <a:p>
            <a:fld id="{FED66320-C7CA-44AB-9CA1-1697F96BD003}" type="slidenum">
              <a:rPr lang="en-US" smtClean="0"/>
              <a:t>10</a:t>
            </a:fld>
            <a:endParaRPr lang="en-US"/>
          </a:p>
        </p:txBody>
      </p:sp>
    </p:spTree>
    <p:extLst>
      <p:ext uri="{BB962C8B-B14F-4D97-AF65-F5344CB8AC3E}">
        <p14:creationId xmlns:p14="http://schemas.microsoft.com/office/powerpoint/2010/main" val="5356763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FEF1F4-020E-5F1B-ABC6-0573B19665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799983-9921-B422-466C-35ED913479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5D6ACE-20F8-A99F-299E-F08D2BA4E9F0}"/>
              </a:ext>
            </a:extLst>
          </p:cNvPr>
          <p:cNvSpPr>
            <a:spLocks noGrp="1"/>
          </p:cNvSpPr>
          <p:nvPr>
            <p:ph type="body" idx="1"/>
          </p:nvPr>
        </p:nvSpPr>
        <p:spPr/>
        <p:txBody>
          <a:bodyPr/>
          <a:lstStyle/>
          <a:p>
            <a:r>
              <a:t>Gradient inversion started with DLG, which optimizes a fake image and label until their gradient matches. iDLG showed the label can be read off the last layer's gradient. Geiping et al. switched to cosine similarity with a total-variation prior. Our attack combines these with the exact recovery of the first fully connected layer's input.</a:t>
            </a:r>
          </a:p>
        </p:txBody>
      </p:sp>
      <p:sp>
        <p:nvSpPr>
          <p:cNvPr id="4" name="Slide Number Placeholder 3">
            <a:extLst>
              <a:ext uri="{FF2B5EF4-FFF2-40B4-BE49-F238E27FC236}">
                <a16:creationId xmlns:a16="http://schemas.microsoft.com/office/drawing/2014/main" id="{792B586F-0F24-4906-DA41-423797A50B29}"/>
              </a:ext>
            </a:extLst>
          </p:cNvPr>
          <p:cNvSpPr>
            <a:spLocks noGrp="1"/>
          </p:cNvSpPr>
          <p:nvPr>
            <p:ph type="sldNum" sz="quarter" idx="5"/>
          </p:nvPr>
        </p:nvSpPr>
        <p:spPr/>
        <p:txBody>
          <a:bodyPr/>
          <a:lstStyle/>
          <a:p>
            <a:fld id="{FED66320-C7CA-44AB-9CA1-1697F96BD003}" type="slidenum">
              <a:rPr lang="en-US" smtClean="0"/>
              <a:t>11</a:t>
            </a:fld>
            <a:endParaRPr lang="en-US"/>
          </a:p>
        </p:txBody>
      </p:sp>
    </p:spTree>
    <p:extLst>
      <p:ext uri="{BB962C8B-B14F-4D97-AF65-F5344CB8AC3E}">
        <p14:creationId xmlns:p14="http://schemas.microsoft.com/office/powerpoint/2010/main" val="33420331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6DC40C-9D57-DDE8-8093-94735D6A02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BCA60D-67D4-FFED-FE79-1E4AE6A439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456CF4-6A45-1819-55DF-D33A17D03AD2}"/>
              </a:ext>
            </a:extLst>
          </p:cNvPr>
          <p:cNvSpPr>
            <a:spLocks noGrp="1"/>
          </p:cNvSpPr>
          <p:nvPr>
            <p:ph type="body" idx="1"/>
          </p:nvPr>
        </p:nvSpPr>
        <p:spPr/>
        <p:txBody>
          <a:bodyPr/>
          <a:lstStyle/>
          <a:p>
            <a:r>
              <a:t>This is the update from client 0 in the capture round. On the left the private scan, on the right what the server rebuilt from the update alone. PSNR 26.9 dB and SSIM 0.83 against the real scan, and the label is recovered correctly. It took about 40 seconds on a laptop CPU.</a:t>
            </a:r>
          </a:p>
        </p:txBody>
      </p:sp>
      <p:sp>
        <p:nvSpPr>
          <p:cNvPr id="4" name="Slide Number Placeholder 3">
            <a:extLst>
              <a:ext uri="{FF2B5EF4-FFF2-40B4-BE49-F238E27FC236}">
                <a16:creationId xmlns:a16="http://schemas.microsoft.com/office/drawing/2014/main" id="{0DF52287-39DD-4662-E512-8C47B62F4392}"/>
              </a:ext>
            </a:extLst>
          </p:cNvPr>
          <p:cNvSpPr>
            <a:spLocks noGrp="1"/>
          </p:cNvSpPr>
          <p:nvPr>
            <p:ph type="sldNum" sz="quarter" idx="5"/>
          </p:nvPr>
        </p:nvSpPr>
        <p:spPr/>
        <p:txBody>
          <a:bodyPr/>
          <a:lstStyle/>
          <a:p>
            <a:fld id="{FED66320-C7CA-44AB-9CA1-1697F96BD003}" type="slidenum">
              <a:rPr lang="en-US" smtClean="0"/>
              <a:t>12</a:t>
            </a:fld>
            <a:endParaRPr lang="en-US"/>
          </a:p>
        </p:txBody>
      </p:sp>
    </p:spTree>
    <p:extLst>
      <p:ext uri="{BB962C8B-B14F-4D97-AF65-F5344CB8AC3E}">
        <p14:creationId xmlns:p14="http://schemas.microsoft.com/office/powerpoint/2010/main" val="3506190000"/>
      </p:ext>
    </p:extLst>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server is honest but curious: it follows the protocol but looks at what it receives. Because the client took exactly one SGD step, the difference between the weights it sent and the weights it got back is the gradient times the step size. From that gradient it reads the label, recovers the first fully connected layer's input exactly, and then optimizes an image whose gradient matches.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461337-9EF4-F42D-3702-5066A66D84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BAF604-B498-65D7-714D-29B27D6CE8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3BBE5B-9649-FFAE-42D7-B01162A77F64}"/>
              </a:ext>
            </a:extLst>
          </p:cNvPr>
          <p:cNvSpPr>
            <a:spLocks noGrp="1"/>
          </p:cNvSpPr>
          <p:nvPr>
            <p:ph type="body" idx="1"/>
          </p:nvPr>
        </p:nvSpPr>
        <p:spPr/>
        <p:txBody>
          <a:bodyPr/>
          <a:lstStyle/>
          <a:p>
            <a:r>
              <a:t>With CKKS, each client encrypts its whole update under a shared public key. The server only ever holds ciphertexts and the public key; it computes the weighted average homomorphically and sends back a ciphertext. Only clients, who hold the secret key, can decrypt. Each update becomes 142 ciphertexts, about 45 MB.</a:t>
            </a:r>
          </a:p>
        </p:txBody>
      </p:sp>
      <p:sp>
        <p:nvSpPr>
          <p:cNvPr id="4" name="Slide Number Placeholder 3">
            <a:extLst>
              <a:ext uri="{FF2B5EF4-FFF2-40B4-BE49-F238E27FC236}">
                <a16:creationId xmlns:a16="http://schemas.microsoft.com/office/drawing/2014/main" id="{A83E422C-E8C9-2D10-9524-4C92BAAAEF7E}"/>
              </a:ext>
            </a:extLst>
          </p:cNvPr>
          <p:cNvSpPr>
            <a:spLocks noGrp="1"/>
          </p:cNvSpPr>
          <p:nvPr>
            <p:ph type="sldNum" sz="quarter" idx="5"/>
          </p:nvPr>
        </p:nvSpPr>
        <p:spPr/>
        <p:txBody>
          <a:bodyPr/>
          <a:lstStyle/>
          <a:p>
            <a:fld id="{FED66320-C7CA-44AB-9CA1-1697F96BD003}" type="slidenum">
              <a:rPr lang="en-US" smtClean="0"/>
              <a:t>14</a:t>
            </a:fld>
            <a:endParaRPr lang="en-US"/>
          </a:p>
        </p:txBody>
      </p:sp>
    </p:spTree>
    <p:extLst>
      <p:ext uri="{BB962C8B-B14F-4D97-AF65-F5344CB8AC3E}">
        <p14:creationId xmlns:p14="http://schemas.microsoft.com/office/powerpoint/2010/main" val="26148905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877871-3B10-97A5-5230-54EB2D0B39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8264BD-E1F5-BEA1-B5F0-B67E8DE806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4E16AF-593B-E5FA-40CB-42D78528550B}"/>
              </a:ext>
            </a:extLst>
          </p:cNvPr>
          <p:cNvSpPr>
            <a:spLocks noGrp="1"/>
          </p:cNvSpPr>
          <p:nvPr>
            <p:ph type="body" idx="1"/>
          </p:nvPr>
        </p:nvSpPr>
        <p:spPr/>
        <p:txBody>
          <a:bodyPr/>
          <a:lstStyle/>
          <a:p>
            <a:r>
              <a:t>Encryption does not change learning: the two curves track each other, and the final test accuracy is 93.5 percent in plaintext and 93.2 with FHE. The cost is communication, 22 times more upload per round, and about 20 percent more training time.</a:t>
            </a:r>
          </a:p>
        </p:txBody>
      </p:sp>
      <p:sp>
        <p:nvSpPr>
          <p:cNvPr id="4" name="Slide Number Placeholder 3">
            <a:extLst>
              <a:ext uri="{FF2B5EF4-FFF2-40B4-BE49-F238E27FC236}">
                <a16:creationId xmlns:a16="http://schemas.microsoft.com/office/drawing/2014/main" id="{BA6950D7-529C-BCFA-8EE8-7B44AB0CB78C}"/>
              </a:ext>
            </a:extLst>
          </p:cNvPr>
          <p:cNvSpPr>
            <a:spLocks noGrp="1"/>
          </p:cNvSpPr>
          <p:nvPr>
            <p:ph type="sldNum" sz="quarter" idx="5"/>
          </p:nvPr>
        </p:nvSpPr>
        <p:spPr/>
        <p:txBody>
          <a:bodyPr/>
          <a:lstStyle/>
          <a:p>
            <a:fld id="{FED66320-C7CA-44AB-9CA1-1697F96BD003}" type="slidenum">
              <a:rPr lang="en-US" smtClean="0"/>
              <a:t>15</a:t>
            </a:fld>
            <a:endParaRPr lang="en-US"/>
          </a:p>
        </p:txBody>
      </p:sp>
    </p:spTree>
    <p:extLst>
      <p:ext uri="{BB962C8B-B14F-4D97-AF65-F5344CB8AC3E}">
        <p14:creationId xmlns:p14="http://schemas.microsoft.com/office/powerpoint/2010/main" val="33656877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4D5221-AD47-66C5-284F-4B6A0F9A0A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DDA8B3-43B4-FF51-CC81-E39B52C350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08C26A-C279-A61D-CF58-6205518DD8B2}"/>
              </a:ext>
            </a:extLst>
          </p:cNvPr>
          <p:cNvSpPr>
            <a:spLocks noGrp="1"/>
          </p:cNvSpPr>
          <p:nvPr>
            <p:ph type="body" idx="1"/>
          </p:nvPr>
        </p:nvSpPr>
        <p:spPr/>
        <p:txBody>
          <a:bodyPr/>
          <a:lstStyle/>
          <a:p>
            <a:r>
              <a:t>Three takeaways. Plaintext federated learning leaks: one update was enough to rebuild a scan. CKKS encryption stops the server at no cost in accuracy but 22 times more communication. And FHE stops at the final model, which still leaks class information. Next steps: avoid the single shared key and add differential privacy for the released model.</a:t>
            </a:r>
          </a:p>
        </p:txBody>
      </p:sp>
      <p:sp>
        <p:nvSpPr>
          <p:cNvPr id="4" name="Slide Number Placeholder 3">
            <a:extLst>
              <a:ext uri="{FF2B5EF4-FFF2-40B4-BE49-F238E27FC236}">
                <a16:creationId xmlns:a16="http://schemas.microsoft.com/office/drawing/2014/main" id="{6FB6C02F-268F-084C-2DB0-20AEB950A4C2}"/>
              </a:ext>
            </a:extLst>
          </p:cNvPr>
          <p:cNvSpPr>
            <a:spLocks noGrp="1"/>
          </p:cNvSpPr>
          <p:nvPr>
            <p:ph type="sldNum" sz="quarter" idx="5"/>
          </p:nvPr>
        </p:nvSpPr>
        <p:spPr/>
        <p:txBody>
          <a:bodyPr/>
          <a:lstStyle/>
          <a:p>
            <a:fld id="{FED66320-C7CA-44AB-9CA1-1697F96BD003}" type="slidenum">
              <a:rPr lang="en-US" smtClean="0"/>
              <a:t>16</a:t>
            </a:fld>
            <a:endParaRPr lang="en-US"/>
          </a:p>
        </p:txBody>
      </p:sp>
    </p:spTree>
    <p:extLst>
      <p:ext uri="{BB962C8B-B14F-4D97-AF65-F5344CB8AC3E}">
        <p14:creationId xmlns:p14="http://schemas.microsoft.com/office/powerpoint/2010/main" val="432887056"/>
      </p:ext>
    </p:extLst>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private scan, same capture round, now with encryption. The plaintext server rebuilt the scan; the FHE server holds only ciphertext, shown here as raw bytes, and TenSEAL refuses to decrypt it because the server's context has no secret key. There is nothing to invert.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training, every client decrypts the final model to use it, so encryption no longer protects it. Searching a PCA space of public scans for images the model assigns to each class gives these prototypes. An independent classifier recognizes 3 of 4 from the plaintext model and 4 of 4 from the FHE model, which shows the leak is the same either way. They are class prototypes, not specific patients.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5.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5.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5.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5.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5.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pic>
        <p:nvPicPr>
          <p:cNvPr id="23" name="Imagen 22" descr="Un árbol en un parque&#10;&#10;Descripción generada automáticamente con confianza media">
            <a:extLst>
              <a:ext uri="{FF2B5EF4-FFF2-40B4-BE49-F238E27FC236}">
                <a16:creationId xmlns:a16="http://schemas.microsoft.com/office/drawing/2014/main" id="{894FBB0B-12E5-CC93-F7E1-81910D5FF25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6250" b="23453"/>
          <a:stretch/>
        </p:blipFill>
        <p:spPr>
          <a:xfrm>
            <a:off x="307649" y="1397894"/>
            <a:ext cx="11477001" cy="5271219"/>
          </a:xfrm>
          <a:prstGeom prst="rect">
            <a:avLst/>
          </a:prstGeom>
        </p:spPr>
      </p:pic>
      <p:sp>
        <p:nvSpPr>
          <p:cNvPr id="24" name="Rectángulo 23">
            <a:extLst>
              <a:ext uri="{FF2B5EF4-FFF2-40B4-BE49-F238E27FC236}">
                <a16:creationId xmlns:a16="http://schemas.microsoft.com/office/drawing/2014/main" id="{E6AF2A54-097C-ED10-9E6E-4CAF7D6D2BF6}"/>
              </a:ext>
            </a:extLst>
          </p:cNvPr>
          <p:cNvSpPr/>
          <p:nvPr userDrawn="1"/>
        </p:nvSpPr>
        <p:spPr>
          <a:xfrm>
            <a:off x="307649" y="290558"/>
            <a:ext cx="11477001" cy="6401486"/>
          </a:xfrm>
          <a:prstGeom prst="rect">
            <a:avLst/>
          </a:prstGeom>
          <a:noFill/>
          <a:ln w="57150">
            <a:solidFill>
              <a:schemeClr val="tx2"/>
            </a:solidFill>
          </a:ln>
        </p:spPr>
        <p:style>
          <a:lnRef idx="3">
            <a:schemeClr val="lt1"/>
          </a:lnRef>
          <a:fillRef idx="1">
            <a:schemeClr val="accent3"/>
          </a:fillRef>
          <a:effectRef idx="1">
            <a:schemeClr val="accent3"/>
          </a:effectRef>
          <a:fontRef idx="minor">
            <a:schemeClr val="lt1"/>
          </a:fontRef>
        </p:style>
        <p:txBody>
          <a:bodyPr rtlCol="0" anchor="ctr"/>
          <a:lstStyle/>
          <a:p>
            <a:pPr algn="ctr"/>
            <a:endParaRPr lang="es-MX"/>
          </a:p>
        </p:txBody>
      </p:sp>
      <p:sp>
        <p:nvSpPr>
          <p:cNvPr id="8" name="Rectángulo 7">
            <a:extLst>
              <a:ext uri="{FF2B5EF4-FFF2-40B4-BE49-F238E27FC236}">
                <a16:creationId xmlns:a16="http://schemas.microsoft.com/office/drawing/2014/main" id="{779DD3F7-C76E-7ACD-FDE3-C50CD020A3D9}"/>
              </a:ext>
            </a:extLst>
          </p:cNvPr>
          <p:cNvSpPr/>
          <p:nvPr userDrawn="1"/>
        </p:nvSpPr>
        <p:spPr>
          <a:xfrm>
            <a:off x="1609457" y="764236"/>
            <a:ext cx="8973084" cy="366637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pic>
        <p:nvPicPr>
          <p:cNvPr id="19" name="Imagen 18" descr="Un dibujo de una cara feliz&#10;&#10;Descripción generada automáticamente con confianza baja">
            <a:extLst>
              <a:ext uri="{FF2B5EF4-FFF2-40B4-BE49-F238E27FC236}">
                <a16:creationId xmlns:a16="http://schemas.microsoft.com/office/drawing/2014/main" id="{38E16C5B-316A-E805-B032-B2B3E5B19A8B}"/>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394722" y="6224111"/>
            <a:ext cx="1574802" cy="245611"/>
          </a:xfrm>
          <a:prstGeom prst="rect">
            <a:avLst/>
          </a:prstGeom>
        </p:spPr>
      </p:pic>
      <p:sp>
        <p:nvSpPr>
          <p:cNvPr id="3" name="Subtítulo 2">
            <a:extLst>
              <a:ext uri="{FF2B5EF4-FFF2-40B4-BE49-F238E27FC236}">
                <a16:creationId xmlns:a16="http://schemas.microsoft.com/office/drawing/2014/main" id="{CDC5240A-0D07-D10B-F16E-B252496E9D0A}"/>
              </a:ext>
            </a:extLst>
          </p:cNvPr>
          <p:cNvSpPr>
            <a:spLocks noGrp="1"/>
          </p:cNvSpPr>
          <p:nvPr>
            <p:ph type="subTitle" idx="1" hasCustomPrompt="1"/>
          </p:nvPr>
        </p:nvSpPr>
        <p:spPr>
          <a:xfrm>
            <a:off x="1979875" y="1024560"/>
            <a:ext cx="8277308" cy="1495181"/>
          </a:xfrm>
        </p:spPr>
        <p:txBody>
          <a:bodyPr anchor="ctr">
            <a:normAutofit/>
          </a:bodyPr>
          <a:lstStyle>
            <a:lvl1pPr marL="0" indent="0" algn="ctr">
              <a:buNone/>
              <a:defRPr sz="3600">
                <a:solidFill>
                  <a:schemeClr val="accent2"/>
                </a:solidFill>
                <a:latin typeface="Roboto Medium" panose="02000000000000000000" pitchFamily="2" charset="0"/>
                <a:ea typeface="Roboto Medium" panose="02000000000000000000" pitchFamily="2" charset="0"/>
                <a:cs typeface="Roboto Medium" panose="020000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CLICK HERE TO MODIFY TITLE</a:t>
            </a:r>
            <a:endParaRPr lang="es-MX"/>
          </a:p>
        </p:txBody>
      </p:sp>
      <p:pic>
        <p:nvPicPr>
          <p:cNvPr id="22" name="Imagen 21" descr="Código QR&#10;&#10;Descripción generada automáticamente">
            <a:extLst>
              <a:ext uri="{FF2B5EF4-FFF2-40B4-BE49-F238E27FC236}">
                <a16:creationId xmlns:a16="http://schemas.microsoft.com/office/drawing/2014/main" id="{F602A2DE-16F6-DECD-C38A-1813FB9A74F4}"/>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9449871" y="3241809"/>
            <a:ext cx="1032971" cy="1006008"/>
          </a:xfrm>
          <a:prstGeom prst="rect">
            <a:avLst/>
          </a:prstGeom>
        </p:spPr>
      </p:pic>
      <p:grpSp>
        <p:nvGrpSpPr>
          <p:cNvPr id="14" name="Grupo 13">
            <a:extLst>
              <a:ext uri="{FF2B5EF4-FFF2-40B4-BE49-F238E27FC236}">
                <a16:creationId xmlns:a16="http://schemas.microsoft.com/office/drawing/2014/main" id="{1C0CF555-FAF2-2C36-23B7-E61A7D6629E7}"/>
              </a:ext>
            </a:extLst>
          </p:cNvPr>
          <p:cNvGrpSpPr/>
          <p:nvPr userDrawn="1"/>
        </p:nvGrpSpPr>
        <p:grpSpPr>
          <a:xfrm>
            <a:off x="4998591" y="155946"/>
            <a:ext cx="2194818" cy="498088"/>
            <a:chOff x="4664579" y="137845"/>
            <a:chExt cx="2862841" cy="649688"/>
          </a:xfrm>
        </p:grpSpPr>
        <p:sp>
          <p:nvSpPr>
            <p:cNvPr id="13" name="Rectángulo 12">
              <a:extLst>
                <a:ext uri="{FF2B5EF4-FFF2-40B4-BE49-F238E27FC236}">
                  <a16:creationId xmlns:a16="http://schemas.microsoft.com/office/drawing/2014/main" id="{2B1E881E-1C69-94A9-9FCA-32D014FE5380}"/>
                </a:ext>
              </a:extLst>
            </p:cNvPr>
            <p:cNvSpPr/>
            <p:nvPr userDrawn="1"/>
          </p:nvSpPr>
          <p:spPr>
            <a:xfrm>
              <a:off x="4664579" y="137845"/>
              <a:ext cx="2862841" cy="649688"/>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es-MX"/>
            </a:p>
          </p:txBody>
        </p:sp>
        <p:pic>
          <p:nvPicPr>
            <p:cNvPr id="10" name="Imagen 9" descr="Forma&#10;&#10;Descripción generada automáticamente con confianza media">
              <a:extLst>
                <a:ext uri="{FF2B5EF4-FFF2-40B4-BE49-F238E27FC236}">
                  <a16:creationId xmlns:a16="http://schemas.microsoft.com/office/drawing/2014/main" id="{0D18C5FD-2CE3-D39E-5279-6720BD8F20DE}"/>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4789437" y="180812"/>
              <a:ext cx="2613124" cy="467743"/>
            </a:xfrm>
            <a:prstGeom prst="rect">
              <a:avLst/>
            </a:prstGeom>
          </p:spPr>
        </p:pic>
      </p:grpSp>
      <p:sp>
        <p:nvSpPr>
          <p:cNvPr id="5" name="Text Placeholder 4">
            <a:extLst>
              <a:ext uri="{FF2B5EF4-FFF2-40B4-BE49-F238E27FC236}">
                <a16:creationId xmlns:a16="http://schemas.microsoft.com/office/drawing/2014/main" id="{45038642-8218-4197-9987-D281CC9FD54E}"/>
              </a:ext>
            </a:extLst>
          </p:cNvPr>
          <p:cNvSpPr>
            <a:spLocks noGrp="1"/>
          </p:cNvSpPr>
          <p:nvPr>
            <p:ph type="body" sz="quarter" idx="10" hasCustomPrompt="1"/>
          </p:nvPr>
        </p:nvSpPr>
        <p:spPr>
          <a:xfrm>
            <a:off x="1979875" y="2654353"/>
            <a:ext cx="3665552" cy="774647"/>
          </a:xfrm>
        </p:spPr>
        <p:txBody>
          <a:bodyPr>
            <a:normAutofit/>
          </a:bodyPr>
          <a:lstStyle>
            <a:lvl1pPr marL="0" indent="0" algn="ctr" defTabSz="914400" rtl="0" eaLnBrk="1" latinLnBrk="0" hangingPunct="1">
              <a:lnSpc>
                <a:spcPct val="90000"/>
              </a:lnSpc>
              <a:spcBef>
                <a:spcPts val="1000"/>
              </a:spcBef>
              <a:buFont typeface="Arial" panose="020B0604020202020204" pitchFamily="34" charset="0"/>
              <a:buNone/>
              <a:defRPr lang="en-US" sz="2800" i="0" kern="1200" dirty="0">
                <a:solidFill>
                  <a:schemeClr val="accent2"/>
                </a:solidFill>
                <a:latin typeface="Roboto" panose="02000000000000000000" pitchFamily="2" charset="0"/>
                <a:ea typeface="Roboto" panose="02000000000000000000" pitchFamily="2" charset="0"/>
                <a:cs typeface="Roboto" panose="02000000000000000000" pitchFamily="2" charset="0"/>
              </a:defRPr>
            </a:lvl1pPr>
          </a:lstStyle>
          <a:p>
            <a:pPr lvl="0"/>
            <a:r>
              <a:rPr lang="en-US"/>
              <a:t>Name</a:t>
            </a:r>
          </a:p>
        </p:txBody>
      </p:sp>
      <p:sp>
        <p:nvSpPr>
          <p:cNvPr id="6" name="Text Placeholder 4">
            <a:extLst>
              <a:ext uri="{FF2B5EF4-FFF2-40B4-BE49-F238E27FC236}">
                <a16:creationId xmlns:a16="http://schemas.microsoft.com/office/drawing/2014/main" id="{0CC42AEF-ED82-C0AD-D85C-94E807A1AAA7}"/>
              </a:ext>
            </a:extLst>
          </p:cNvPr>
          <p:cNvSpPr>
            <a:spLocks noGrp="1"/>
          </p:cNvSpPr>
          <p:nvPr>
            <p:ph type="body" sz="quarter" idx="11" hasCustomPrompt="1"/>
          </p:nvPr>
        </p:nvSpPr>
        <p:spPr>
          <a:xfrm>
            <a:off x="1979875" y="3491301"/>
            <a:ext cx="3665552" cy="774647"/>
          </a:xfrm>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lang="en-US" sz="1400" i="0" kern="1200" dirty="0">
                <a:solidFill>
                  <a:schemeClr val="accent2"/>
                </a:solidFill>
                <a:latin typeface="Roboto" panose="02000000000000000000" pitchFamily="2" charset="0"/>
                <a:ea typeface="Roboto" panose="02000000000000000000" pitchFamily="2" charset="0"/>
                <a:cs typeface="Roboto" panose="02000000000000000000" pitchFamily="2" charset="0"/>
              </a:defRPr>
            </a:lvl1pPr>
          </a:lstStyle>
          <a:p>
            <a:pPr lvl="0"/>
            <a:r>
              <a:rPr lang="en-US"/>
              <a:t>Position 1</a:t>
            </a:r>
          </a:p>
          <a:p>
            <a:pPr lvl="0"/>
            <a:r>
              <a:rPr lang="en-US"/>
              <a:t>Position 2</a:t>
            </a:r>
          </a:p>
        </p:txBody>
      </p:sp>
      <p:sp>
        <p:nvSpPr>
          <p:cNvPr id="7" name="Text Placeholder 4">
            <a:extLst>
              <a:ext uri="{FF2B5EF4-FFF2-40B4-BE49-F238E27FC236}">
                <a16:creationId xmlns:a16="http://schemas.microsoft.com/office/drawing/2014/main" id="{F978D49D-0DF8-1226-974C-94276DDC2165}"/>
              </a:ext>
            </a:extLst>
          </p:cNvPr>
          <p:cNvSpPr>
            <a:spLocks noGrp="1"/>
          </p:cNvSpPr>
          <p:nvPr>
            <p:ph type="body" sz="quarter" idx="12" hasCustomPrompt="1"/>
          </p:nvPr>
        </p:nvSpPr>
        <p:spPr>
          <a:xfrm>
            <a:off x="5714873" y="2654353"/>
            <a:ext cx="3665552" cy="774647"/>
          </a:xfrm>
        </p:spPr>
        <p:txBody>
          <a:bodyPr>
            <a:normAutofit/>
          </a:bodyPr>
          <a:lstStyle>
            <a:lvl1pPr marL="0" indent="0" algn="ctr" defTabSz="914400" rtl="0" eaLnBrk="1" latinLnBrk="0" hangingPunct="1">
              <a:lnSpc>
                <a:spcPct val="90000"/>
              </a:lnSpc>
              <a:spcBef>
                <a:spcPts val="1000"/>
              </a:spcBef>
              <a:buFont typeface="Arial" panose="020B0604020202020204" pitchFamily="34" charset="0"/>
              <a:buNone/>
              <a:defRPr lang="en-US" sz="2800" i="0" kern="1200" dirty="0">
                <a:solidFill>
                  <a:schemeClr val="accent2"/>
                </a:solidFill>
                <a:latin typeface="Roboto" panose="02000000000000000000" pitchFamily="2" charset="0"/>
                <a:ea typeface="Roboto" panose="02000000000000000000" pitchFamily="2" charset="0"/>
                <a:cs typeface="Roboto" panose="02000000000000000000" pitchFamily="2" charset="0"/>
              </a:defRPr>
            </a:lvl1pPr>
          </a:lstStyle>
          <a:p>
            <a:pPr lvl="0"/>
            <a:r>
              <a:rPr lang="en-US"/>
              <a:t>Date</a:t>
            </a:r>
          </a:p>
        </p:txBody>
      </p:sp>
      <p:sp>
        <p:nvSpPr>
          <p:cNvPr id="15" name="Text Placeholder 4">
            <a:extLst>
              <a:ext uri="{FF2B5EF4-FFF2-40B4-BE49-F238E27FC236}">
                <a16:creationId xmlns:a16="http://schemas.microsoft.com/office/drawing/2014/main" id="{14D36CFA-6C11-194A-8585-F927FF0C179B}"/>
              </a:ext>
            </a:extLst>
          </p:cNvPr>
          <p:cNvSpPr>
            <a:spLocks noGrp="1"/>
          </p:cNvSpPr>
          <p:nvPr>
            <p:ph type="body" sz="quarter" idx="13" hasCustomPrompt="1"/>
          </p:nvPr>
        </p:nvSpPr>
        <p:spPr>
          <a:xfrm>
            <a:off x="5714873" y="3491301"/>
            <a:ext cx="3665552" cy="774647"/>
          </a:xfrm>
        </p:spPr>
        <p:txBody>
          <a:bodyPr>
            <a:noAutofit/>
          </a:bodyPr>
          <a:lstStyle>
            <a:lvl1pPr marL="0" indent="0" algn="r" defTabSz="914400" rtl="0" eaLnBrk="1" latinLnBrk="0" hangingPunct="1">
              <a:lnSpc>
                <a:spcPct val="90000"/>
              </a:lnSpc>
              <a:spcBef>
                <a:spcPts val="1000"/>
              </a:spcBef>
              <a:buFont typeface="Arial" panose="020B0604020202020204" pitchFamily="34" charset="0"/>
              <a:buNone/>
              <a:defRPr lang="en-US" sz="1400" i="0" kern="1200" dirty="0">
                <a:solidFill>
                  <a:schemeClr val="accent2"/>
                </a:solidFill>
                <a:latin typeface="Roboto" panose="02000000000000000000" pitchFamily="2" charset="0"/>
                <a:ea typeface="Roboto" panose="02000000000000000000" pitchFamily="2" charset="0"/>
                <a:cs typeface="Roboto" panose="02000000000000000000" pitchFamily="2" charset="0"/>
              </a:defRPr>
            </a:lvl1pPr>
          </a:lstStyle>
          <a:p>
            <a:pPr lvl="0"/>
            <a:r>
              <a:rPr lang="en-US"/>
              <a:t>Venue</a:t>
            </a:r>
          </a:p>
          <a:p>
            <a:pPr lvl="0"/>
            <a:r>
              <a:rPr lang="en-US"/>
              <a:t>Institution, City, Country</a:t>
            </a:r>
          </a:p>
        </p:txBody>
      </p:sp>
    </p:spTree>
    <p:extLst>
      <p:ext uri="{BB962C8B-B14F-4D97-AF65-F5344CB8AC3E}">
        <p14:creationId xmlns:p14="http://schemas.microsoft.com/office/powerpoint/2010/main" val="28740214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object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FC9FA9E-7AF1-2B8F-8E5B-F341A426630D}"/>
              </a:ext>
            </a:extLst>
          </p:cNvPr>
          <p:cNvSpPr>
            <a:spLocks noGrp="1"/>
          </p:cNvSpPr>
          <p:nvPr>
            <p:ph type="title" hasCustomPrompt="1"/>
          </p:nvPr>
        </p:nvSpPr>
        <p:spPr>
          <a:xfrm>
            <a:off x="319120" y="365125"/>
            <a:ext cx="11034680" cy="1325563"/>
          </a:xfrm>
        </p:spPr>
        <p:txBody>
          <a:bodyPr>
            <a:normAutofit/>
          </a:bodyPr>
          <a:lstStyle>
            <a:lvl1pPr>
              <a:defRPr sz="3600">
                <a:solidFill>
                  <a:schemeClr val="tx1"/>
                </a:solidFill>
              </a:defRPr>
            </a:lvl1pPr>
          </a:lstStyle>
          <a:p>
            <a:r>
              <a:rPr lang="es-ES"/>
              <a:t>CLICK HERE TO MODIFY</a:t>
            </a:r>
            <a:endParaRPr lang="es-MX"/>
          </a:p>
        </p:txBody>
      </p:sp>
      <p:sp>
        <p:nvSpPr>
          <p:cNvPr id="3" name="Marcador de contenido 2">
            <a:extLst>
              <a:ext uri="{FF2B5EF4-FFF2-40B4-BE49-F238E27FC236}">
                <a16:creationId xmlns:a16="http://schemas.microsoft.com/office/drawing/2014/main" id="{3249DE81-337C-617F-B500-591F8EB6F60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4" name="Marcador de fecha 3">
            <a:extLst>
              <a:ext uri="{FF2B5EF4-FFF2-40B4-BE49-F238E27FC236}">
                <a16:creationId xmlns:a16="http://schemas.microsoft.com/office/drawing/2014/main" id="{7403AE8A-9304-6E4B-91DF-72158314BF0A}"/>
              </a:ext>
            </a:extLst>
          </p:cNvPr>
          <p:cNvSpPr>
            <a:spLocks noGrp="1"/>
          </p:cNvSpPr>
          <p:nvPr>
            <p:ph type="dt" sz="half" idx="10"/>
          </p:nvPr>
        </p:nvSpPr>
        <p:spPr>
          <a:xfrm>
            <a:off x="2449629" y="6356350"/>
            <a:ext cx="1304224" cy="365125"/>
          </a:xfrm>
          <a:prstGeom prst="rect">
            <a:avLst/>
          </a:prstGeom>
        </p:spPr>
        <p:txBody>
          <a:bodyPr anchor="ctr"/>
          <a:lstStyle>
            <a:lvl1pPr>
              <a:defRPr lang="es-MX" sz="1200" kern="1200" smtClean="0">
                <a:solidFill>
                  <a:schemeClr val="tx1">
                    <a:tint val="82000"/>
                  </a:schemeClr>
                </a:solidFill>
                <a:latin typeface="Roboto" panose="02000000000000000000" pitchFamily="2" charset="0"/>
                <a:ea typeface="Roboto" panose="02000000000000000000" pitchFamily="2" charset="0"/>
                <a:cs typeface="Roboto" panose="02000000000000000000" pitchFamily="2" charset="0"/>
              </a:defRPr>
            </a:lvl1pPr>
          </a:lstStyle>
          <a:p>
            <a:fld id="{A65404F8-D6E6-4722-A8D7-5A45E730DFCE}" type="datetime4">
              <a:rPr lang="en-US" smtClean="0"/>
              <a:t>December 7, 2025</a:t>
            </a:fld>
            <a:endParaRPr lang="en-US"/>
          </a:p>
        </p:txBody>
      </p:sp>
      <p:sp>
        <p:nvSpPr>
          <p:cNvPr id="5" name="Marcador de pie de página 4">
            <a:extLst>
              <a:ext uri="{FF2B5EF4-FFF2-40B4-BE49-F238E27FC236}">
                <a16:creationId xmlns:a16="http://schemas.microsoft.com/office/drawing/2014/main" id="{9EC29824-4960-D599-1B77-3A208B19808F}"/>
              </a:ext>
            </a:extLst>
          </p:cNvPr>
          <p:cNvSpPr>
            <a:spLocks noGrp="1"/>
          </p:cNvSpPr>
          <p:nvPr>
            <p:ph type="ftr" sz="quarter" idx="11"/>
          </p:nvPr>
        </p:nvSpPr>
        <p:spPr>
          <a:xfrm>
            <a:off x="3793493" y="6356350"/>
            <a:ext cx="3767397" cy="365125"/>
          </a:xfrm>
          <a:prstGeom prst="rect">
            <a:avLst/>
          </a:prstGeom>
        </p:spPr>
        <p:txBody>
          <a:bodyPr vert="horz" lIns="91440" tIns="45720" rIns="91440" bIns="45720" rtlCol="0" anchor="ctr"/>
          <a:lstStyle>
            <a:lvl1pPr>
              <a:defRPr lang="es-MX" sz="1200" dirty="0">
                <a:solidFill>
                  <a:schemeClr val="tx1">
                    <a:tint val="82000"/>
                  </a:schemeClr>
                </a:solidFill>
              </a:defRPr>
            </a:lvl1pPr>
          </a:lstStyle>
          <a:p>
            <a:pPr algn="ctr"/>
            <a:endParaRPr lang="es-MX"/>
          </a:p>
        </p:txBody>
      </p:sp>
      <p:sp>
        <p:nvSpPr>
          <p:cNvPr id="6" name="Marcador de número de diapositiva 5">
            <a:extLst>
              <a:ext uri="{FF2B5EF4-FFF2-40B4-BE49-F238E27FC236}">
                <a16:creationId xmlns:a16="http://schemas.microsoft.com/office/drawing/2014/main" id="{60FBEEC9-49A2-0CB7-C2E5-14BA0CE6149E}"/>
              </a:ext>
            </a:extLst>
          </p:cNvPr>
          <p:cNvSpPr>
            <a:spLocks noGrp="1"/>
          </p:cNvSpPr>
          <p:nvPr>
            <p:ph type="sldNum" sz="quarter" idx="12"/>
          </p:nvPr>
        </p:nvSpPr>
        <p:spPr>
          <a:xfrm>
            <a:off x="10630968" y="6356350"/>
            <a:ext cx="722831" cy="365125"/>
          </a:xfrm>
          <a:prstGeom prst="rect">
            <a:avLst/>
          </a:prstGeom>
        </p:spPr>
        <p:txBody>
          <a:bodyPr anchor="ctr"/>
          <a:lstStyle>
            <a:lvl1pPr algn="r">
              <a:defRPr lang="es-MX" sz="1200" kern="1200" smtClean="0">
                <a:solidFill>
                  <a:schemeClr val="tx1">
                    <a:tint val="82000"/>
                  </a:schemeClr>
                </a:solidFill>
                <a:latin typeface="+mn-lt"/>
                <a:ea typeface="+mn-ea"/>
                <a:cs typeface="+mn-cs"/>
              </a:defRPr>
            </a:lvl1pPr>
          </a:lstStyle>
          <a:p>
            <a:fld id="{A41831D9-926B-4302-A6F7-54B31F00B9E1}" type="slidenum">
              <a:rPr lang="es-MX" smtClean="0"/>
              <a:pPr/>
              <a:t>‹#›</a:t>
            </a:fld>
            <a:endParaRPr lang="es-MX"/>
          </a:p>
        </p:txBody>
      </p:sp>
      <p:pic>
        <p:nvPicPr>
          <p:cNvPr id="9" name="Imagen 8" descr="Forma&#10;&#10;Descripción generada automáticamente con confianza media">
            <a:extLst>
              <a:ext uri="{FF2B5EF4-FFF2-40B4-BE49-F238E27FC236}">
                <a16:creationId xmlns:a16="http://schemas.microsoft.com/office/drawing/2014/main" id="{882B2D48-1C99-1DEF-C8FF-A6DDD14EF9B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23844" y="6356350"/>
            <a:ext cx="1730502" cy="309756"/>
          </a:xfrm>
          <a:prstGeom prst="rect">
            <a:avLst/>
          </a:prstGeom>
        </p:spPr>
      </p:pic>
      <p:pic>
        <p:nvPicPr>
          <p:cNvPr id="20" name="Imagen 19" descr="Icono&#10;&#10;Descripción generada automáticamente">
            <a:extLst>
              <a:ext uri="{FF2B5EF4-FFF2-40B4-BE49-F238E27FC236}">
                <a16:creationId xmlns:a16="http://schemas.microsoft.com/office/drawing/2014/main" id="{E938DF8B-4E83-56A9-70B3-1E8C3233B14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511187" y="186551"/>
            <a:ext cx="487109" cy="587785"/>
          </a:xfrm>
          <a:prstGeom prst="rect">
            <a:avLst/>
          </a:prstGeom>
        </p:spPr>
      </p:pic>
      <p:sp>
        <p:nvSpPr>
          <p:cNvPr id="8" name="Text Placeholder 7">
            <a:extLst>
              <a:ext uri="{FF2B5EF4-FFF2-40B4-BE49-F238E27FC236}">
                <a16:creationId xmlns:a16="http://schemas.microsoft.com/office/drawing/2014/main" id="{ED2691A3-8D8E-3013-4B0B-D9ECB4815CCE}"/>
              </a:ext>
            </a:extLst>
          </p:cNvPr>
          <p:cNvSpPr>
            <a:spLocks noGrp="1"/>
          </p:cNvSpPr>
          <p:nvPr>
            <p:ph type="body" sz="quarter" idx="13" hasCustomPrompt="1"/>
          </p:nvPr>
        </p:nvSpPr>
        <p:spPr>
          <a:xfrm>
            <a:off x="319118" y="6094413"/>
            <a:ext cx="11574219" cy="261937"/>
          </a:xfrm>
        </p:spPr>
        <p:txBody>
          <a:bodyPr anchor="b">
            <a:normAutofit/>
          </a:bodyPr>
          <a:lstStyle>
            <a:lvl1pPr marL="514350" indent="-514350">
              <a:lnSpc>
                <a:spcPct val="100000"/>
              </a:lnSpc>
              <a:buFont typeface="+mj-lt"/>
              <a:buAutoNum type="arabicPeriod"/>
              <a:defRPr sz="900">
                <a:latin typeface="+mn-lt"/>
              </a:defRPr>
            </a:lvl1pPr>
            <a:lvl2pPr marL="914400" indent="-457200">
              <a:buFont typeface="+mj-lt"/>
              <a:buAutoNum type="arabicPeriod"/>
              <a:defRPr/>
            </a:lvl2pPr>
            <a:lvl3pPr marL="1371600" indent="-457200">
              <a:buFont typeface="+mj-lt"/>
              <a:buAutoNum type="arabicPeriod"/>
              <a:defRPr/>
            </a:lvl3pPr>
            <a:lvl4pPr marL="1714500" indent="-342900">
              <a:buFont typeface="+mj-lt"/>
              <a:buAutoNum type="arabicPeriod"/>
              <a:defRPr/>
            </a:lvl4pPr>
            <a:lvl5pPr marL="2171700" indent="-342900">
              <a:buFont typeface="+mj-lt"/>
              <a:buAutoNum type="arabicPeriod"/>
              <a:defRPr/>
            </a:lvl5pPr>
          </a:lstStyle>
          <a:p>
            <a:pPr lvl="0"/>
            <a:r>
              <a:rPr lang="en-US"/>
              <a:t>References</a:t>
            </a:r>
          </a:p>
        </p:txBody>
      </p:sp>
    </p:spTree>
    <p:extLst>
      <p:ext uri="{BB962C8B-B14F-4D97-AF65-F5344CB8AC3E}">
        <p14:creationId xmlns:p14="http://schemas.microsoft.com/office/powerpoint/2010/main" val="19698977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10F6215-8DD3-3F8B-23EF-8126CFAD893F}"/>
              </a:ext>
            </a:extLst>
          </p:cNvPr>
          <p:cNvSpPr>
            <a:spLocks noGrp="1"/>
          </p:cNvSpPr>
          <p:nvPr>
            <p:ph type="title" hasCustomPrompt="1"/>
          </p:nvPr>
        </p:nvSpPr>
        <p:spPr>
          <a:xfrm>
            <a:off x="831850" y="768350"/>
            <a:ext cx="7543029" cy="3794125"/>
          </a:xfrm>
        </p:spPr>
        <p:txBody>
          <a:bodyPr anchor="b"/>
          <a:lstStyle>
            <a:lvl1pPr>
              <a:defRPr sz="6000"/>
            </a:lvl1pPr>
          </a:lstStyle>
          <a:p>
            <a:r>
              <a:rPr lang="es-ES"/>
              <a:t>CLICK HERE TO MODIFY</a:t>
            </a:r>
            <a:endParaRPr lang="es-MX"/>
          </a:p>
        </p:txBody>
      </p:sp>
      <p:sp>
        <p:nvSpPr>
          <p:cNvPr id="3" name="Marcador de texto 2">
            <a:extLst>
              <a:ext uri="{FF2B5EF4-FFF2-40B4-BE49-F238E27FC236}">
                <a16:creationId xmlns:a16="http://schemas.microsoft.com/office/drawing/2014/main" id="{B6931003-C094-3C6E-35C5-420E0AA1240E}"/>
              </a:ext>
            </a:extLst>
          </p:cNvPr>
          <p:cNvSpPr>
            <a:spLocks noGrp="1"/>
          </p:cNvSpPr>
          <p:nvPr>
            <p:ph type="body" idx="1"/>
          </p:nvPr>
        </p:nvSpPr>
        <p:spPr>
          <a:xfrm>
            <a:off x="831850" y="4589463"/>
            <a:ext cx="10515600" cy="1500187"/>
          </a:xfrm>
        </p:spPr>
        <p:txBody>
          <a:bodyPr/>
          <a:lstStyle>
            <a:lvl1pPr marL="0" indent="0">
              <a:buNone/>
              <a:defRPr sz="2400" i="1">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pic>
        <p:nvPicPr>
          <p:cNvPr id="13" name="Imagen 12" descr="Icono&#10;&#10;Descripción generada automáticamente">
            <a:extLst>
              <a:ext uri="{FF2B5EF4-FFF2-40B4-BE49-F238E27FC236}">
                <a16:creationId xmlns:a16="http://schemas.microsoft.com/office/drawing/2014/main" id="{684F5E72-F5E5-E759-0AA1-CFBC5E978FF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511187" y="186551"/>
            <a:ext cx="487109" cy="587785"/>
          </a:xfrm>
          <a:prstGeom prst="rect">
            <a:avLst/>
          </a:prstGeom>
        </p:spPr>
      </p:pic>
      <p:pic>
        <p:nvPicPr>
          <p:cNvPr id="11" name="Imagen 10" descr="Forma&#10;&#10;Descripción generada automáticamente con confianza media">
            <a:extLst>
              <a:ext uri="{FF2B5EF4-FFF2-40B4-BE49-F238E27FC236}">
                <a16:creationId xmlns:a16="http://schemas.microsoft.com/office/drawing/2014/main" id="{4585994B-FDA9-3003-86BC-209108A57BF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23844" y="6356350"/>
            <a:ext cx="1730502" cy="309756"/>
          </a:xfrm>
          <a:prstGeom prst="rect">
            <a:avLst/>
          </a:prstGeom>
        </p:spPr>
      </p:pic>
      <p:sp>
        <p:nvSpPr>
          <p:cNvPr id="14" name="Marcador de fecha 3">
            <a:extLst>
              <a:ext uri="{FF2B5EF4-FFF2-40B4-BE49-F238E27FC236}">
                <a16:creationId xmlns:a16="http://schemas.microsoft.com/office/drawing/2014/main" id="{3BC6C0FC-AE94-01F3-AA78-316F4D32785E}"/>
              </a:ext>
            </a:extLst>
          </p:cNvPr>
          <p:cNvSpPr>
            <a:spLocks noGrp="1"/>
          </p:cNvSpPr>
          <p:nvPr>
            <p:ph type="dt" sz="half" idx="10"/>
          </p:nvPr>
        </p:nvSpPr>
        <p:spPr>
          <a:xfrm>
            <a:off x="2468880" y="6356350"/>
            <a:ext cx="1270535" cy="365125"/>
          </a:xfrm>
          <a:prstGeom prst="rect">
            <a:avLst/>
          </a:prstGeom>
        </p:spPr>
        <p:txBody>
          <a:bodyPr anchor="ctr"/>
          <a:lstStyle>
            <a:lvl1pPr>
              <a:defRPr lang="en-US" smtClean="0"/>
            </a:lvl1pPr>
          </a:lstStyle>
          <a:p>
            <a:fld id="{D59467CD-606F-49C5-BF44-5CB6AA1BF748}" type="datetime4">
              <a:rPr lang="en-US" smtClean="0"/>
              <a:t>December 7, 2025</a:t>
            </a:fld>
            <a:endParaRPr lang="en-US"/>
          </a:p>
        </p:txBody>
      </p:sp>
      <p:sp>
        <p:nvSpPr>
          <p:cNvPr id="15" name="Marcador de pie de página 4">
            <a:extLst>
              <a:ext uri="{FF2B5EF4-FFF2-40B4-BE49-F238E27FC236}">
                <a16:creationId xmlns:a16="http://schemas.microsoft.com/office/drawing/2014/main" id="{95F658F4-252E-FCF5-8DC4-C205D624DBC6}"/>
              </a:ext>
            </a:extLst>
          </p:cNvPr>
          <p:cNvSpPr>
            <a:spLocks noGrp="1"/>
          </p:cNvSpPr>
          <p:nvPr>
            <p:ph type="ftr" sz="quarter" idx="11"/>
          </p:nvPr>
        </p:nvSpPr>
        <p:spPr>
          <a:xfrm>
            <a:off x="3793493" y="6356350"/>
            <a:ext cx="3767397" cy="365125"/>
          </a:xfrm>
          <a:prstGeom prst="rect">
            <a:avLst/>
          </a:prstGeom>
        </p:spPr>
        <p:txBody>
          <a:bodyPr vert="horz" lIns="91440" tIns="45720" rIns="91440" bIns="45720" rtlCol="0" anchor="ctr"/>
          <a:lstStyle>
            <a:lvl1pPr>
              <a:defRPr lang="es-MX" sz="1200" dirty="0">
                <a:solidFill>
                  <a:schemeClr val="tx1">
                    <a:tint val="82000"/>
                  </a:schemeClr>
                </a:solidFill>
              </a:defRPr>
            </a:lvl1pPr>
          </a:lstStyle>
          <a:p>
            <a:pPr algn="ctr"/>
            <a:endParaRPr lang="es-MX"/>
          </a:p>
        </p:txBody>
      </p:sp>
      <p:sp>
        <p:nvSpPr>
          <p:cNvPr id="16" name="Marcador de número de diapositiva 5">
            <a:extLst>
              <a:ext uri="{FF2B5EF4-FFF2-40B4-BE49-F238E27FC236}">
                <a16:creationId xmlns:a16="http://schemas.microsoft.com/office/drawing/2014/main" id="{E8ED71CB-9064-0494-3D4D-A4B127E63FE7}"/>
              </a:ext>
            </a:extLst>
          </p:cNvPr>
          <p:cNvSpPr>
            <a:spLocks noGrp="1"/>
          </p:cNvSpPr>
          <p:nvPr>
            <p:ph type="sldNum" sz="quarter" idx="12"/>
          </p:nvPr>
        </p:nvSpPr>
        <p:spPr>
          <a:xfrm>
            <a:off x="10630968" y="6356350"/>
            <a:ext cx="722831" cy="365125"/>
          </a:xfrm>
          <a:prstGeom prst="rect">
            <a:avLst/>
          </a:prstGeom>
        </p:spPr>
        <p:txBody>
          <a:bodyPr/>
          <a:lstStyle>
            <a:lvl1pPr algn="r">
              <a:defRPr lang="es-MX" sz="1200" kern="1200" smtClean="0">
                <a:solidFill>
                  <a:schemeClr val="tx1">
                    <a:tint val="82000"/>
                  </a:schemeClr>
                </a:solidFill>
                <a:latin typeface="+mn-lt"/>
                <a:ea typeface="+mn-ea"/>
                <a:cs typeface="+mn-cs"/>
              </a:defRPr>
            </a:lvl1pPr>
          </a:lstStyle>
          <a:p>
            <a:fld id="{A41831D9-926B-4302-A6F7-54B31F00B9E1}" type="slidenum">
              <a:rPr lang="es-MX" smtClean="0"/>
              <a:pPr/>
              <a:t>‹#›</a:t>
            </a:fld>
            <a:endParaRPr lang="es-MX"/>
          </a:p>
        </p:txBody>
      </p:sp>
    </p:spTree>
    <p:extLst>
      <p:ext uri="{BB962C8B-B14F-4D97-AF65-F5344CB8AC3E}">
        <p14:creationId xmlns:p14="http://schemas.microsoft.com/office/powerpoint/2010/main" val="40984863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os objetos">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DC39ACE4-3B22-B8A9-4044-314DB963C3E4}"/>
              </a:ext>
            </a:extLst>
          </p:cNvPr>
          <p:cNvSpPr>
            <a:spLocks noGrp="1"/>
          </p:cNvSpPr>
          <p:nvPr>
            <p:ph sz="half" idx="1"/>
          </p:nvPr>
        </p:nvSpPr>
        <p:spPr>
          <a:xfrm>
            <a:off x="838200" y="1825625"/>
            <a:ext cx="5181600" cy="4351338"/>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4" name="Marcador de contenido 3">
            <a:extLst>
              <a:ext uri="{FF2B5EF4-FFF2-40B4-BE49-F238E27FC236}">
                <a16:creationId xmlns:a16="http://schemas.microsoft.com/office/drawing/2014/main" id="{6F2CF7D0-4344-9A6B-0BF3-FA24E1EE9B6B}"/>
              </a:ext>
            </a:extLst>
          </p:cNvPr>
          <p:cNvSpPr>
            <a:spLocks noGrp="1"/>
          </p:cNvSpPr>
          <p:nvPr>
            <p:ph sz="half" idx="2"/>
          </p:nvPr>
        </p:nvSpPr>
        <p:spPr>
          <a:xfrm>
            <a:off x="6172200" y="1825625"/>
            <a:ext cx="5181600" cy="4351338"/>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pic>
        <p:nvPicPr>
          <p:cNvPr id="13" name="Imagen 12" descr="Forma&#10;&#10;Descripción generada automáticamente con confianza media">
            <a:extLst>
              <a:ext uri="{FF2B5EF4-FFF2-40B4-BE49-F238E27FC236}">
                <a16:creationId xmlns:a16="http://schemas.microsoft.com/office/drawing/2014/main" id="{9F8490A3-32BA-38B6-B297-3B3087F3154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23844" y="6356350"/>
            <a:ext cx="1730502" cy="309756"/>
          </a:xfrm>
          <a:prstGeom prst="rect">
            <a:avLst/>
          </a:prstGeom>
        </p:spPr>
      </p:pic>
      <p:pic>
        <p:nvPicPr>
          <p:cNvPr id="14" name="Imagen 13" descr="Icono&#10;&#10;Descripción generada automáticamente">
            <a:extLst>
              <a:ext uri="{FF2B5EF4-FFF2-40B4-BE49-F238E27FC236}">
                <a16:creationId xmlns:a16="http://schemas.microsoft.com/office/drawing/2014/main" id="{D04ED747-C3EA-AFC2-5934-7AF2A5C93F2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511187" y="186551"/>
            <a:ext cx="487109" cy="587785"/>
          </a:xfrm>
          <a:prstGeom prst="rect">
            <a:avLst/>
          </a:prstGeom>
        </p:spPr>
      </p:pic>
      <p:sp>
        <p:nvSpPr>
          <p:cNvPr id="15" name="Título 1">
            <a:extLst>
              <a:ext uri="{FF2B5EF4-FFF2-40B4-BE49-F238E27FC236}">
                <a16:creationId xmlns:a16="http://schemas.microsoft.com/office/drawing/2014/main" id="{142CABB7-AD4E-A12A-4F8A-8CBA2EE0131B}"/>
              </a:ext>
            </a:extLst>
          </p:cNvPr>
          <p:cNvSpPr>
            <a:spLocks noGrp="1"/>
          </p:cNvSpPr>
          <p:nvPr>
            <p:ph type="title" hasCustomPrompt="1"/>
          </p:nvPr>
        </p:nvSpPr>
        <p:spPr>
          <a:xfrm>
            <a:off x="838199" y="365125"/>
            <a:ext cx="10515599" cy="1325563"/>
          </a:xfrm>
        </p:spPr>
        <p:txBody>
          <a:bodyPr>
            <a:normAutofit/>
          </a:bodyPr>
          <a:lstStyle>
            <a:lvl1pPr>
              <a:defRPr sz="3600">
                <a:solidFill>
                  <a:schemeClr val="tx1"/>
                </a:solidFill>
              </a:defRPr>
            </a:lvl1pPr>
          </a:lstStyle>
          <a:p>
            <a:r>
              <a:rPr lang="es-ES"/>
              <a:t>CLICK HERE TO MODIFY</a:t>
            </a:r>
            <a:endParaRPr lang="es-MX"/>
          </a:p>
        </p:txBody>
      </p:sp>
      <p:sp>
        <p:nvSpPr>
          <p:cNvPr id="11" name="Marcador de fecha 3">
            <a:extLst>
              <a:ext uri="{FF2B5EF4-FFF2-40B4-BE49-F238E27FC236}">
                <a16:creationId xmlns:a16="http://schemas.microsoft.com/office/drawing/2014/main" id="{B5563B19-304C-30DC-A9E2-546B2001961E}"/>
              </a:ext>
            </a:extLst>
          </p:cNvPr>
          <p:cNvSpPr>
            <a:spLocks noGrp="1"/>
          </p:cNvSpPr>
          <p:nvPr>
            <p:ph type="dt" sz="half" idx="10"/>
          </p:nvPr>
        </p:nvSpPr>
        <p:spPr>
          <a:xfrm>
            <a:off x="2459255" y="6356350"/>
            <a:ext cx="1299410" cy="365125"/>
          </a:xfrm>
          <a:prstGeom prst="rect">
            <a:avLst/>
          </a:prstGeom>
        </p:spPr>
        <p:txBody>
          <a:bodyPr/>
          <a:lstStyle>
            <a:lvl1pPr>
              <a:defRPr lang="es-MX" sz="1200" kern="1200" smtClean="0">
                <a:solidFill>
                  <a:schemeClr val="tx1">
                    <a:tint val="82000"/>
                  </a:schemeClr>
                </a:solidFill>
                <a:latin typeface="+mn-lt"/>
                <a:ea typeface="+mn-ea"/>
                <a:cs typeface="+mn-cs"/>
              </a:defRPr>
            </a:lvl1pPr>
          </a:lstStyle>
          <a:p>
            <a:fld id="{CD9E0369-E596-4CC2-B716-DB4FAF33A982}" type="datetime4">
              <a:rPr lang="en-US" smtClean="0"/>
              <a:t>December 7, 2025</a:t>
            </a:fld>
            <a:endParaRPr lang="es-MX"/>
          </a:p>
        </p:txBody>
      </p:sp>
      <p:sp>
        <p:nvSpPr>
          <p:cNvPr id="12" name="Marcador de pie de página 4">
            <a:extLst>
              <a:ext uri="{FF2B5EF4-FFF2-40B4-BE49-F238E27FC236}">
                <a16:creationId xmlns:a16="http://schemas.microsoft.com/office/drawing/2014/main" id="{5BDC66A1-8E6C-22B9-8CA9-A24DDEF0E6FA}"/>
              </a:ext>
            </a:extLst>
          </p:cNvPr>
          <p:cNvSpPr>
            <a:spLocks noGrp="1"/>
          </p:cNvSpPr>
          <p:nvPr>
            <p:ph type="ftr" sz="quarter" idx="11"/>
          </p:nvPr>
        </p:nvSpPr>
        <p:spPr>
          <a:xfrm>
            <a:off x="3793493" y="6356350"/>
            <a:ext cx="3767397" cy="365125"/>
          </a:xfrm>
          <a:prstGeom prst="rect">
            <a:avLst/>
          </a:prstGeom>
        </p:spPr>
        <p:txBody>
          <a:bodyPr vert="horz" lIns="91440" tIns="45720" rIns="91440" bIns="45720" rtlCol="0" anchor="ctr"/>
          <a:lstStyle>
            <a:lvl1pPr>
              <a:defRPr lang="es-MX" sz="1200" dirty="0">
                <a:solidFill>
                  <a:schemeClr val="tx1">
                    <a:tint val="82000"/>
                  </a:schemeClr>
                </a:solidFill>
              </a:defRPr>
            </a:lvl1pPr>
          </a:lstStyle>
          <a:p>
            <a:pPr algn="ctr"/>
            <a:endParaRPr lang="es-MX"/>
          </a:p>
        </p:txBody>
      </p:sp>
      <p:sp>
        <p:nvSpPr>
          <p:cNvPr id="16" name="Marcador de número de diapositiva 5">
            <a:extLst>
              <a:ext uri="{FF2B5EF4-FFF2-40B4-BE49-F238E27FC236}">
                <a16:creationId xmlns:a16="http://schemas.microsoft.com/office/drawing/2014/main" id="{30FA02BD-6D96-5DE7-B3C1-DCC6C0232344}"/>
              </a:ext>
            </a:extLst>
          </p:cNvPr>
          <p:cNvSpPr>
            <a:spLocks noGrp="1"/>
          </p:cNvSpPr>
          <p:nvPr>
            <p:ph type="sldNum" sz="quarter" idx="12"/>
          </p:nvPr>
        </p:nvSpPr>
        <p:spPr>
          <a:xfrm>
            <a:off x="10630968" y="6356350"/>
            <a:ext cx="722831" cy="365125"/>
          </a:xfrm>
          <a:prstGeom prst="rect">
            <a:avLst/>
          </a:prstGeom>
        </p:spPr>
        <p:txBody>
          <a:bodyPr/>
          <a:lstStyle>
            <a:lvl1pPr algn="r">
              <a:defRPr lang="es-MX" sz="1200" kern="1200" smtClean="0">
                <a:solidFill>
                  <a:schemeClr val="tx1">
                    <a:tint val="82000"/>
                  </a:schemeClr>
                </a:solidFill>
                <a:latin typeface="+mn-lt"/>
                <a:ea typeface="+mn-ea"/>
                <a:cs typeface="+mn-cs"/>
              </a:defRPr>
            </a:lvl1pPr>
          </a:lstStyle>
          <a:p>
            <a:fld id="{A41831D9-926B-4302-A6F7-54B31F00B9E1}" type="slidenum">
              <a:rPr lang="es-MX" smtClean="0"/>
              <a:pPr/>
              <a:t>‹#›</a:t>
            </a:fld>
            <a:endParaRPr lang="es-MX"/>
          </a:p>
        </p:txBody>
      </p:sp>
    </p:spTree>
    <p:extLst>
      <p:ext uri="{BB962C8B-B14F-4D97-AF65-F5344CB8AC3E}">
        <p14:creationId xmlns:p14="http://schemas.microsoft.com/office/powerpoint/2010/main" val="42622792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ación">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EAF0AADF-66F7-A357-585B-B92CA92E0F51}"/>
              </a:ext>
            </a:extLst>
          </p:cNvPr>
          <p:cNvSpPr>
            <a:spLocks noGrp="1"/>
          </p:cNvSpPr>
          <p:nvPr>
            <p:ph type="body" idx="1"/>
          </p:nvPr>
        </p:nvSpPr>
        <p:spPr>
          <a:xfrm>
            <a:off x="839788" y="1766621"/>
            <a:ext cx="5157787" cy="823912"/>
          </a:xfrm>
        </p:spPr>
        <p:txBody>
          <a:bodyPr anchor="b"/>
          <a:lstStyle>
            <a:lvl1pPr marL="0" indent="0">
              <a:buNone/>
              <a:defRPr sz="24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Marcador de contenido 3">
            <a:extLst>
              <a:ext uri="{FF2B5EF4-FFF2-40B4-BE49-F238E27FC236}">
                <a16:creationId xmlns:a16="http://schemas.microsoft.com/office/drawing/2014/main" id="{7B618ACB-A1A0-6286-6B3E-92F91FD36C28}"/>
              </a:ext>
            </a:extLst>
          </p:cNvPr>
          <p:cNvSpPr>
            <a:spLocks noGrp="1"/>
          </p:cNvSpPr>
          <p:nvPr>
            <p:ph sz="half" idx="2"/>
          </p:nvPr>
        </p:nvSpPr>
        <p:spPr>
          <a:xfrm>
            <a:off x="839788" y="2922661"/>
            <a:ext cx="5157787" cy="3267001"/>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5" name="Marcador de texto 4">
            <a:extLst>
              <a:ext uri="{FF2B5EF4-FFF2-40B4-BE49-F238E27FC236}">
                <a16:creationId xmlns:a16="http://schemas.microsoft.com/office/drawing/2014/main" id="{21F2F577-5282-9F7D-4F4D-1DB111160B0C}"/>
              </a:ext>
            </a:extLst>
          </p:cNvPr>
          <p:cNvSpPr>
            <a:spLocks noGrp="1"/>
          </p:cNvSpPr>
          <p:nvPr>
            <p:ph type="body" sz="quarter" idx="3"/>
          </p:nvPr>
        </p:nvSpPr>
        <p:spPr>
          <a:xfrm>
            <a:off x="6172200" y="1766621"/>
            <a:ext cx="5183188" cy="823912"/>
          </a:xfrm>
        </p:spPr>
        <p:txBody>
          <a:bodyPr anchor="b"/>
          <a:lstStyle>
            <a:lvl1pPr marL="0" indent="0">
              <a:buNone/>
              <a:defRPr sz="24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Marcador de contenido 5">
            <a:extLst>
              <a:ext uri="{FF2B5EF4-FFF2-40B4-BE49-F238E27FC236}">
                <a16:creationId xmlns:a16="http://schemas.microsoft.com/office/drawing/2014/main" id="{2144A096-AA24-3FC4-1A58-FFDE5CB1438A}"/>
              </a:ext>
            </a:extLst>
          </p:cNvPr>
          <p:cNvSpPr>
            <a:spLocks noGrp="1"/>
          </p:cNvSpPr>
          <p:nvPr>
            <p:ph sz="quarter" idx="4"/>
          </p:nvPr>
        </p:nvSpPr>
        <p:spPr>
          <a:xfrm>
            <a:off x="6172200" y="2922661"/>
            <a:ext cx="5183188" cy="3267001"/>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pic>
        <p:nvPicPr>
          <p:cNvPr id="15" name="Imagen 14" descr="Forma&#10;&#10;Descripción generada automáticamente con confianza media">
            <a:extLst>
              <a:ext uri="{FF2B5EF4-FFF2-40B4-BE49-F238E27FC236}">
                <a16:creationId xmlns:a16="http://schemas.microsoft.com/office/drawing/2014/main" id="{8926D58D-1911-E053-8BCE-680C34E4206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23844" y="6356350"/>
            <a:ext cx="1730502" cy="309756"/>
          </a:xfrm>
          <a:prstGeom prst="rect">
            <a:avLst/>
          </a:prstGeom>
        </p:spPr>
      </p:pic>
      <p:pic>
        <p:nvPicPr>
          <p:cNvPr id="16" name="Imagen 15" descr="Icono&#10;&#10;Descripción generada automáticamente">
            <a:extLst>
              <a:ext uri="{FF2B5EF4-FFF2-40B4-BE49-F238E27FC236}">
                <a16:creationId xmlns:a16="http://schemas.microsoft.com/office/drawing/2014/main" id="{116DAE83-EC34-0363-B771-FF8E52CE037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511187" y="186551"/>
            <a:ext cx="487109" cy="587785"/>
          </a:xfrm>
          <a:prstGeom prst="rect">
            <a:avLst/>
          </a:prstGeom>
        </p:spPr>
      </p:pic>
      <p:sp>
        <p:nvSpPr>
          <p:cNvPr id="17" name="Título 1">
            <a:extLst>
              <a:ext uri="{FF2B5EF4-FFF2-40B4-BE49-F238E27FC236}">
                <a16:creationId xmlns:a16="http://schemas.microsoft.com/office/drawing/2014/main" id="{45FDAADD-FD8E-48CA-B517-5CE5FB9C1B74}"/>
              </a:ext>
            </a:extLst>
          </p:cNvPr>
          <p:cNvSpPr>
            <a:spLocks noGrp="1"/>
          </p:cNvSpPr>
          <p:nvPr>
            <p:ph type="title" hasCustomPrompt="1"/>
          </p:nvPr>
        </p:nvSpPr>
        <p:spPr>
          <a:xfrm>
            <a:off x="838200" y="365125"/>
            <a:ext cx="10515599" cy="1325563"/>
          </a:xfrm>
        </p:spPr>
        <p:txBody>
          <a:bodyPr>
            <a:normAutofit/>
          </a:bodyPr>
          <a:lstStyle>
            <a:lvl1pPr>
              <a:defRPr sz="3600">
                <a:solidFill>
                  <a:schemeClr val="tx1"/>
                </a:solidFill>
              </a:defRPr>
            </a:lvl1pPr>
          </a:lstStyle>
          <a:p>
            <a:r>
              <a:rPr lang="es-ES"/>
              <a:t>CLICK HERE TO MODIFY</a:t>
            </a:r>
            <a:endParaRPr lang="es-MX"/>
          </a:p>
        </p:txBody>
      </p:sp>
      <p:sp>
        <p:nvSpPr>
          <p:cNvPr id="13" name="Marcador de fecha 3">
            <a:extLst>
              <a:ext uri="{FF2B5EF4-FFF2-40B4-BE49-F238E27FC236}">
                <a16:creationId xmlns:a16="http://schemas.microsoft.com/office/drawing/2014/main" id="{C631CC8D-6625-582A-A607-B5B73ED3803A}"/>
              </a:ext>
            </a:extLst>
          </p:cNvPr>
          <p:cNvSpPr>
            <a:spLocks noGrp="1"/>
          </p:cNvSpPr>
          <p:nvPr>
            <p:ph type="dt" sz="half" idx="10"/>
          </p:nvPr>
        </p:nvSpPr>
        <p:spPr>
          <a:xfrm>
            <a:off x="2567151" y="6356350"/>
            <a:ext cx="1013537" cy="365125"/>
          </a:xfrm>
          <a:prstGeom prst="rect">
            <a:avLst/>
          </a:prstGeom>
        </p:spPr>
        <p:txBody>
          <a:bodyPr/>
          <a:lstStyle>
            <a:lvl1pPr>
              <a:defRPr lang="es-MX" sz="1200" kern="1200" smtClean="0">
                <a:solidFill>
                  <a:schemeClr val="tx1">
                    <a:tint val="82000"/>
                  </a:schemeClr>
                </a:solidFill>
                <a:latin typeface="+mn-lt"/>
                <a:ea typeface="+mn-ea"/>
                <a:cs typeface="+mn-cs"/>
              </a:defRPr>
            </a:lvl1pPr>
          </a:lstStyle>
          <a:p>
            <a:fld id="{FD80F4B5-DD3B-486C-A527-F777654EC5D1}" type="datetime4">
              <a:rPr lang="en-US" smtClean="0"/>
              <a:t>December 7, 2025</a:t>
            </a:fld>
            <a:endParaRPr lang="es-MX"/>
          </a:p>
        </p:txBody>
      </p:sp>
      <p:sp>
        <p:nvSpPr>
          <p:cNvPr id="14" name="Marcador de pie de página 4">
            <a:extLst>
              <a:ext uri="{FF2B5EF4-FFF2-40B4-BE49-F238E27FC236}">
                <a16:creationId xmlns:a16="http://schemas.microsoft.com/office/drawing/2014/main" id="{8A95C323-DD12-E48A-6ED0-EE4696996474}"/>
              </a:ext>
            </a:extLst>
          </p:cNvPr>
          <p:cNvSpPr>
            <a:spLocks noGrp="1"/>
          </p:cNvSpPr>
          <p:nvPr>
            <p:ph type="ftr" sz="quarter" idx="11"/>
          </p:nvPr>
        </p:nvSpPr>
        <p:spPr>
          <a:xfrm>
            <a:off x="3793493" y="6356350"/>
            <a:ext cx="3767397" cy="365125"/>
          </a:xfrm>
          <a:prstGeom prst="rect">
            <a:avLst/>
          </a:prstGeom>
        </p:spPr>
        <p:txBody>
          <a:bodyPr vert="horz" lIns="91440" tIns="45720" rIns="91440" bIns="45720" rtlCol="0" anchor="ctr"/>
          <a:lstStyle>
            <a:lvl1pPr>
              <a:defRPr lang="es-MX" sz="1200" dirty="0">
                <a:solidFill>
                  <a:schemeClr val="tx1">
                    <a:tint val="82000"/>
                  </a:schemeClr>
                </a:solidFill>
              </a:defRPr>
            </a:lvl1pPr>
          </a:lstStyle>
          <a:p>
            <a:pPr algn="ctr"/>
            <a:endParaRPr lang="es-MX"/>
          </a:p>
        </p:txBody>
      </p:sp>
      <p:sp>
        <p:nvSpPr>
          <p:cNvPr id="18" name="Marcador de número de diapositiva 5">
            <a:extLst>
              <a:ext uri="{FF2B5EF4-FFF2-40B4-BE49-F238E27FC236}">
                <a16:creationId xmlns:a16="http://schemas.microsoft.com/office/drawing/2014/main" id="{2E75E940-1F55-3277-9212-269BA9270900}"/>
              </a:ext>
            </a:extLst>
          </p:cNvPr>
          <p:cNvSpPr>
            <a:spLocks noGrp="1"/>
          </p:cNvSpPr>
          <p:nvPr>
            <p:ph type="sldNum" sz="quarter" idx="12"/>
          </p:nvPr>
        </p:nvSpPr>
        <p:spPr>
          <a:xfrm>
            <a:off x="10630968" y="6356350"/>
            <a:ext cx="722831" cy="365125"/>
          </a:xfrm>
          <a:prstGeom prst="rect">
            <a:avLst/>
          </a:prstGeom>
        </p:spPr>
        <p:txBody>
          <a:bodyPr/>
          <a:lstStyle>
            <a:lvl1pPr algn="r">
              <a:defRPr lang="es-MX" sz="1200" kern="1200" smtClean="0">
                <a:solidFill>
                  <a:schemeClr val="tx1">
                    <a:tint val="82000"/>
                  </a:schemeClr>
                </a:solidFill>
                <a:latin typeface="+mn-lt"/>
                <a:ea typeface="+mn-ea"/>
                <a:cs typeface="+mn-cs"/>
              </a:defRPr>
            </a:lvl1pPr>
          </a:lstStyle>
          <a:p>
            <a:fld id="{A41831D9-926B-4302-A6F7-54B31F00B9E1}" type="slidenum">
              <a:rPr lang="es-MX" smtClean="0"/>
              <a:pPr/>
              <a:t>‹#›</a:t>
            </a:fld>
            <a:endParaRPr lang="es-MX"/>
          </a:p>
        </p:txBody>
      </p:sp>
    </p:spTree>
    <p:extLst>
      <p:ext uri="{BB962C8B-B14F-4D97-AF65-F5344CB8AC3E}">
        <p14:creationId xmlns:p14="http://schemas.microsoft.com/office/powerpoint/2010/main" val="8394671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olo el título">
    <p:spTree>
      <p:nvGrpSpPr>
        <p:cNvPr id="1" name=""/>
        <p:cNvGrpSpPr/>
        <p:nvPr/>
      </p:nvGrpSpPr>
      <p:grpSpPr>
        <a:xfrm>
          <a:off x="0" y="0"/>
          <a:ext cx="0" cy="0"/>
          <a:chOff x="0" y="0"/>
          <a:chExt cx="0" cy="0"/>
        </a:xfrm>
      </p:grpSpPr>
      <p:pic>
        <p:nvPicPr>
          <p:cNvPr id="11" name="Imagen 10" descr="Forma&#10;&#10;Descripción generada automáticamente con confianza media">
            <a:extLst>
              <a:ext uri="{FF2B5EF4-FFF2-40B4-BE49-F238E27FC236}">
                <a16:creationId xmlns:a16="http://schemas.microsoft.com/office/drawing/2014/main" id="{2B7DF355-0990-97A6-5D7E-D364877AC77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23844" y="6356350"/>
            <a:ext cx="1730502" cy="309756"/>
          </a:xfrm>
          <a:prstGeom prst="rect">
            <a:avLst/>
          </a:prstGeom>
        </p:spPr>
      </p:pic>
      <p:pic>
        <p:nvPicPr>
          <p:cNvPr id="12" name="Imagen 11" descr="Icono&#10;&#10;Descripción generada automáticamente">
            <a:extLst>
              <a:ext uri="{FF2B5EF4-FFF2-40B4-BE49-F238E27FC236}">
                <a16:creationId xmlns:a16="http://schemas.microsoft.com/office/drawing/2014/main" id="{28525C45-4E83-5F24-E014-F49C9B9AB55C}"/>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511187" y="186551"/>
            <a:ext cx="487109" cy="587785"/>
          </a:xfrm>
          <a:prstGeom prst="rect">
            <a:avLst/>
          </a:prstGeom>
        </p:spPr>
      </p:pic>
      <p:sp>
        <p:nvSpPr>
          <p:cNvPr id="13" name="Título 1">
            <a:extLst>
              <a:ext uri="{FF2B5EF4-FFF2-40B4-BE49-F238E27FC236}">
                <a16:creationId xmlns:a16="http://schemas.microsoft.com/office/drawing/2014/main" id="{6965AEF9-7D97-B228-B785-12B95349494A}"/>
              </a:ext>
            </a:extLst>
          </p:cNvPr>
          <p:cNvSpPr>
            <a:spLocks noGrp="1"/>
          </p:cNvSpPr>
          <p:nvPr>
            <p:ph type="title" hasCustomPrompt="1"/>
          </p:nvPr>
        </p:nvSpPr>
        <p:spPr>
          <a:xfrm>
            <a:off x="838200" y="365125"/>
            <a:ext cx="10515599" cy="1325563"/>
          </a:xfrm>
        </p:spPr>
        <p:txBody>
          <a:bodyPr>
            <a:normAutofit/>
          </a:bodyPr>
          <a:lstStyle>
            <a:lvl1pPr>
              <a:defRPr sz="3600">
                <a:solidFill>
                  <a:schemeClr val="tx1"/>
                </a:solidFill>
              </a:defRPr>
            </a:lvl1pPr>
          </a:lstStyle>
          <a:p>
            <a:r>
              <a:rPr lang="es-ES"/>
              <a:t>CLICK HERE TO MODIFY</a:t>
            </a:r>
            <a:endParaRPr lang="es-MX"/>
          </a:p>
        </p:txBody>
      </p:sp>
      <p:sp>
        <p:nvSpPr>
          <p:cNvPr id="9" name="Marcador de fecha 3">
            <a:extLst>
              <a:ext uri="{FF2B5EF4-FFF2-40B4-BE49-F238E27FC236}">
                <a16:creationId xmlns:a16="http://schemas.microsoft.com/office/drawing/2014/main" id="{39937B47-3C1E-9493-9055-DDAB45637687}"/>
              </a:ext>
            </a:extLst>
          </p:cNvPr>
          <p:cNvSpPr>
            <a:spLocks noGrp="1"/>
          </p:cNvSpPr>
          <p:nvPr>
            <p:ph type="dt" sz="half" idx="10"/>
          </p:nvPr>
        </p:nvSpPr>
        <p:spPr>
          <a:xfrm>
            <a:off x="2567151" y="6356350"/>
            <a:ext cx="1013537" cy="365125"/>
          </a:xfrm>
          <a:prstGeom prst="rect">
            <a:avLst/>
          </a:prstGeom>
        </p:spPr>
        <p:txBody>
          <a:bodyPr/>
          <a:lstStyle>
            <a:lvl1pPr>
              <a:defRPr lang="es-MX" sz="1200" kern="1200" smtClean="0">
                <a:solidFill>
                  <a:schemeClr val="tx1">
                    <a:tint val="82000"/>
                  </a:schemeClr>
                </a:solidFill>
                <a:latin typeface="+mn-lt"/>
                <a:ea typeface="+mn-ea"/>
                <a:cs typeface="+mn-cs"/>
              </a:defRPr>
            </a:lvl1pPr>
          </a:lstStyle>
          <a:p>
            <a:fld id="{0A2F9B7E-53D5-47A3-87EF-840A764BD8FE}" type="datetime4">
              <a:rPr lang="en-US" smtClean="0"/>
              <a:t>December 7, 2025</a:t>
            </a:fld>
            <a:endParaRPr lang="es-MX"/>
          </a:p>
        </p:txBody>
      </p:sp>
      <p:sp>
        <p:nvSpPr>
          <p:cNvPr id="10" name="Marcador de pie de página 4">
            <a:extLst>
              <a:ext uri="{FF2B5EF4-FFF2-40B4-BE49-F238E27FC236}">
                <a16:creationId xmlns:a16="http://schemas.microsoft.com/office/drawing/2014/main" id="{E003F948-EB9C-F257-EAA2-22CD2C60F656}"/>
              </a:ext>
            </a:extLst>
          </p:cNvPr>
          <p:cNvSpPr>
            <a:spLocks noGrp="1"/>
          </p:cNvSpPr>
          <p:nvPr>
            <p:ph type="ftr" sz="quarter" idx="11"/>
          </p:nvPr>
        </p:nvSpPr>
        <p:spPr>
          <a:xfrm>
            <a:off x="3793493" y="6356350"/>
            <a:ext cx="3767397" cy="365125"/>
          </a:xfrm>
          <a:prstGeom prst="rect">
            <a:avLst/>
          </a:prstGeom>
        </p:spPr>
        <p:txBody>
          <a:bodyPr vert="horz" lIns="91440" tIns="45720" rIns="91440" bIns="45720" rtlCol="0" anchor="ctr"/>
          <a:lstStyle>
            <a:lvl1pPr>
              <a:defRPr lang="es-MX" sz="1200" dirty="0">
                <a:solidFill>
                  <a:schemeClr val="tx1">
                    <a:tint val="82000"/>
                  </a:schemeClr>
                </a:solidFill>
              </a:defRPr>
            </a:lvl1pPr>
          </a:lstStyle>
          <a:p>
            <a:pPr algn="ctr"/>
            <a:endParaRPr lang="es-MX"/>
          </a:p>
        </p:txBody>
      </p:sp>
      <p:sp>
        <p:nvSpPr>
          <p:cNvPr id="14" name="Marcador de número de diapositiva 5">
            <a:extLst>
              <a:ext uri="{FF2B5EF4-FFF2-40B4-BE49-F238E27FC236}">
                <a16:creationId xmlns:a16="http://schemas.microsoft.com/office/drawing/2014/main" id="{487CB8ED-0887-F259-6DB0-A411E864AA80}"/>
              </a:ext>
            </a:extLst>
          </p:cNvPr>
          <p:cNvSpPr>
            <a:spLocks noGrp="1"/>
          </p:cNvSpPr>
          <p:nvPr>
            <p:ph type="sldNum" sz="quarter" idx="12"/>
          </p:nvPr>
        </p:nvSpPr>
        <p:spPr>
          <a:xfrm>
            <a:off x="10630968" y="6356350"/>
            <a:ext cx="722831" cy="365125"/>
          </a:xfrm>
          <a:prstGeom prst="rect">
            <a:avLst/>
          </a:prstGeom>
        </p:spPr>
        <p:txBody>
          <a:bodyPr/>
          <a:lstStyle>
            <a:lvl1pPr algn="r">
              <a:defRPr lang="es-MX" sz="1200" kern="1200" smtClean="0">
                <a:solidFill>
                  <a:schemeClr val="tx1">
                    <a:tint val="82000"/>
                  </a:schemeClr>
                </a:solidFill>
                <a:latin typeface="+mn-lt"/>
                <a:ea typeface="+mn-ea"/>
                <a:cs typeface="+mn-cs"/>
              </a:defRPr>
            </a:lvl1pPr>
          </a:lstStyle>
          <a:p>
            <a:fld id="{A41831D9-926B-4302-A6F7-54B31F00B9E1}" type="slidenum">
              <a:rPr lang="es-MX" smtClean="0"/>
              <a:pPr/>
              <a:t>‹#›</a:t>
            </a:fld>
            <a:endParaRPr lang="es-MX"/>
          </a:p>
        </p:txBody>
      </p:sp>
    </p:spTree>
    <p:extLst>
      <p:ext uri="{BB962C8B-B14F-4D97-AF65-F5344CB8AC3E}">
        <p14:creationId xmlns:p14="http://schemas.microsoft.com/office/powerpoint/2010/main" val="35482609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pic>
        <p:nvPicPr>
          <p:cNvPr id="10" name="Imagen 9" descr="Forma&#10;&#10;Descripción generada automáticamente con confianza media">
            <a:extLst>
              <a:ext uri="{FF2B5EF4-FFF2-40B4-BE49-F238E27FC236}">
                <a16:creationId xmlns:a16="http://schemas.microsoft.com/office/drawing/2014/main" id="{E0632A1B-2D32-6DD7-B28D-07A232DD043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23844" y="6356350"/>
            <a:ext cx="1730502" cy="309756"/>
          </a:xfrm>
          <a:prstGeom prst="rect">
            <a:avLst/>
          </a:prstGeom>
        </p:spPr>
      </p:pic>
      <p:pic>
        <p:nvPicPr>
          <p:cNvPr id="11" name="Imagen 10" descr="Icono&#10;&#10;Descripción generada automáticamente">
            <a:extLst>
              <a:ext uri="{FF2B5EF4-FFF2-40B4-BE49-F238E27FC236}">
                <a16:creationId xmlns:a16="http://schemas.microsoft.com/office/drawing/2014/main" id="{34CABE1F-189A-5205-D8EB-F80E0D54700C}"/>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511187" y="186551"/>
            <a:ext cx="487109" cy="587785"/>
          </a:xfrm>
          <a:prstGeom prst="rect">
            <a:avLst/>
          </a:prstGeom>
        </p:spPr>
      </p:pic>
      <p:sp>
        <p:nvSpPr>
          <p:cNvPr id="13" name="Marcador de fecha 3">
            <a:extLst>
              <a:ext uri="{FF2B5EF4-FFF2-40B4-BE49-F238E27FC236}">
                <a16:creationId xmlns:a16="http://schemas.microsoft.com/office/drawing/2014/main" id="{EC5979DB-47E0-11F5-01EC-7E652B73F20F}"/>
              </a:ext>
            </a:extLst>
          </p:cNvPr>
          <p:cNvSpPr>
            <a:spLocks noGrp="1"/>
          </p:cNvSpPr>
          <p:nvPr>
            <p:ph type="dt" sz="half" idx="10"/>
          </p:nvPr>
        </p:nvSpPr>
        <p:spPr>
          <a:xfrm>
            <a:off x="2567151" y="6356350"/>
            <a:ext cx="1013537" cy="365125"/>
          </a:xfrm>
          <a:prstGeom prst="rect">
            <a:avLst/>
          </a:prstGeom>
        </p:spPr>
        <p:txBody>
          <a:bodyPr/>
          <a:lstStyle>
            <a:lvl1pPr>
              <a:defRPr lang="es-MX" sz="1200" kern="1200" smtClean="0">
                <a:solidFill>
                  <a:schemeClr val="tx1">
                    <a:tint val="82000"/>
                  </a:schemeClr>
                </a:solidFill>
                <a:latin typeface="+mn-lt"/>
                <a:ea typeface="+mn-ea"/>
                <a:cs typeface="+mn-cs"/>
              </a:defRPr>
            </a:lvl1pPr>
          </a:lstStyle>
          <a:p>
            <a:fld id="{33797186-0E7D-451C-BD31-2F3D5F0161F2}" type="datetime4">
              <a:rPr lang="en-US" smtClean="0"/>
              <a:t>December 7, 2025</a:t>
            </a:fld>
            <a:endParaRPr lang="es-MX"/>
          </a:p>
        </p:txBody>
      </p:sp>
      <p:sp>
        <p:nvSpPr>
          <p:cNvPr id="14" name="Marcador de pie de página 4">
            <a:extLst>
              <a:ext uri="{FF2B5EF4-FFF2-40B4-BE49-F238E27FC236}">
                <a16:creationId xmlns:a16="http://schemas.microsoft.com/office/drawing/2014/main" id="{E644F463-785A-C382-2A28-555BBB774046}"/>
              </a:ext>
            </a:extLst>
          </p:cNvPr>
          <p:cNvSpPr>
            <a:spLocks noGrp="1"/>
          </p:cNvSpPr>
          <p:nvPr>
            <p:ph type="ftr" sz="quarter" idx="11"/>
          </p:nvPr>
        </p:nvSpPr>
        <p:spPr>
          <a:xfrm>
            <a:off x="3793493" y="6356350"/>
            <a:ext cx="3767397" cy="365125"/>
          </a:xfrm>
          <a:prstGeom prst="rect">
            <a:avLst/>
          </a:prstGeom>
        </p:spPr>
        <p:txBody>
          <a:bodyPr vert="horz" lIns="91440" tIns="45720" rIns="91440" bIns="45720" rtlCol="0" anchor="ctr"/>
          <a:lstStyle>
            <a:lvl1pPr>
              <a:defRPr lang="es-MX" sz="1200" dirty="0">
                <a:solidFill>
                  <a:schemeClr val="tx1">
                    <a:tint val="82000"/>
                  </a:schemeClr>
                </a:solidFill>
              </a:defRPr>
            </a:lvl1pPr>
          </a:lstStyle>
          <a:p>
            <a:pPr algn="ctr"/>
            <a:endParaRPr lang="es-MX"/>
          </a:p>
        </p:txBody>
      </p:sp>
      <p:sp>
        <p:nvSpPr>
          <p:cNvPr id="15" name="Marcador de número de diapositiva 5">
            <a:extLst>
              <a:ext uri="{FF2B5EF4-FFF2-40B4-BE49-F238E27FC236}">
                <a16:creationId xmlns:a16="http://schemas.microsoft.com/office/drawing/2014/main" id="{B595C627-0F79-7E9C-2602-0FC42FB61DBF}"/>
              </a:ext>
            </a:extLst>
          </p:cNvPr>
          <p:cNvSpPr>
            <a:spLocks noGrp="1"/>
          </p:cNvSpPr>
          <p:nvPr>
            <p:ph type="sldNum" sz="quarter" idx="12"/>
          </p:nvPr>
        </p:nvSpPr>
        <p:spPr>
          <a:xfrm>
            <a:off x="10630968" y="6356350"/>
            <a:ext cx="722831" cy="365125"/>
          </a:xfrm>
          <a:prstGeom prst="rect">
            <a:avLst/>
          </a:prstGeom>
        </p:spPr>
        <p:txBody>
          <a:bodyPr/>
          <a:lstStyle>
            <a:lvl1pPr algn="r">
              <a:defRPr lang="es-MX" sz="1200" kern="1200" smtClean="0">
                <a:solidFill>
                  <a:schemeClr val="tx1">
                    <a:tint val="82000"/>
                  </a:schemeClr>
                </a:solidFill>
                <a:latin typeface="+mn-lt"/>
                <a:ea typeface="+mn-ea"/>
                <a:cs typeface="+mn-cs"/>
              </a:defRPr>
            </a:lvl1pPr>
          </a:lstStyle>
          <a:p>
            <a:fld id="{A41831D9-926B-4302-A6F7-54B31F00B9E1}" type="slidenum">
              <a:rPr lang="es-MX" smtClean="0"/>
              <a:pPr/>
              <a:t>‹#›</a:t>
            </a:fld>
            <a:endParaRPr lang="es-MX"/>
          </a:p>
        </p:txBody>
      </p:sp>
    </p:spTree>
    <p:extLst>
      <p:ext uri="{BB962C8B-B14F-4D97-AF65-F5344CB8AC3E}">
        <p14:creationId xmlns:p14="http://schemas.microsoft.com/office/powerpoint/2010/main" val="20771729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ido con título">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9B373F61-4322-BCE3-1479-155CCA4A413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4" name="Marcador de texto 3">
            <a:extLst>
              <a:ext uri="{FF2B5EF4-FFF2-40B4-BE49-F238E27FC236}">
                <a16:creationId xmlns:a16="http://schemas.microsoft.com/office/drawing/2014/main" id="{F06A91F8-C6C8-B7C0-3CAD-1B38C24B3573}"/>
              </a:ext>
            </a:extLst>
          </p:cNvPr>
          <p:cNvSpPr>
            <a:spLocks noGrp="1"/>
          </p:cNvSpPr>
          <p:nvPr>
            <p:ph type="body" sz="half" idx="2"/>
          </p:nvPr>
        </p:nvSpPr>
        <p:spPr>
          <a:xfrm>
            <a:off x="839788" y="2409914"/>
            <a:ext cx="4236413" cy="3459073"/>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13" name="Imagen 12" descr="Forma&#10;&#10;Descripción generada automáticamente con confianza media">
            <a:extLst>
              <a:ext uri="{FF2B5EF4-FFF2-40B4-BE49-F238E27FC236}">
                <a16:creationId xmlns:a16="http://schemas.microsoft.com/office/drawing/2014/main" id="{2F6F57B0-C5B2-A86B-8026-2FE43409E61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23844" y="6356350"/>
            <a:ext cx="1730502" cy="309756"/>
          </a:xfrm>
          <a:prstGeom prst="rect">
            <a:avLst/>
          </a:prstGeom>
        </p:spPr>
      </p:pic>
      <p:pic>
        <p:nvPicPr>
          <p:cNvPr id="14" name="Imagen 13" descr="Icono&#10;&#10;Descripción generada automáticamente">
            <a:extLst>
              <a:ext uri="{FF2B5EF4-FFF2-40B4-BE49-F238E27FC236}">
                <a16:creationId xmlns:a16="http://schemas.microsoft.com/office/drawing/2014/main" id="{30ED61C6-8048-2DF2-C09B-AFB42F1AAAF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511187" y="186551"/>
            <a:ext cx="487109" cy="587785"/>
          </a:xfrm>
          <a:prstGeom prst="rect">
            <a:avLst/>
          </a:prstGeom>
        </p:spPr>
      </p:pic>
      <p:sp>
        <p:nvSpPr>
          <p:cNvPr id="15" name="Título 1">
            <a:extLst>
              <a:ext uri="{FF2B5EF4-FFF2-40B4-BE49-F238E27FC236}">
                <a16:creationId xmlns:a16="http://schemas.microsoft.com/office/drawing/2014/main" id="{AD09A649-C4C6-7D6F-94FD-B22108026355}"/>
              </a:ext>
            </a:extLst>
          </p:cNvPr>
          <p:cNvSpPr>
            <a:spLocks noGrp="1"/>
          </p:cNvSpPr>
          <p:nvPr>
            <p:ph type="title" hasCustomPrompt="1"/>
          </p:nvPr>
        </p:nvSpPr>
        <p:spPr>
          <a:xfrm>
            <a:off x="838200" y="365125"/>
            <a:ext cx="4238001" cy="1822598"/>
          </a:xfrm>
        </p:spPr>
        <p:txBody>
          <a:bodyPr>
            <a:normAutofit/>
          </a:bodyPr>
          <a:lstStyle>
            <a:lvl1pPr>
              <a:defRPr sz="3200">
                <a:solidFill>
                  <a:schemeClr val="tx1"/>
                </a:solidFill>
              </a:defRPr>
            </a:lvl1pPr>
          </a:lstStyle>
          <a:p>
            <a:r>
              <a:rPr lang="es-ES"/>
              <a:t>CLICK HERE TO MODIFY</a:t>
            </a:r>
            <a:endParaRPr lang="es-MX"/>
          </a:p>
        </p:txBody>
      </p:sp>
      <p:sp>
        <p:nvSpPr>
          <p:cNvPr id="11" name="Marcador de fecha 3">
            <a:extLst>
              <a:ext uri="{FF2B5EF4-FFF2-40B4-BE49-F238E27FC236}">
                <a16:creationId xmlns:a16="http://schemas.microsoft.com/office/drawing/2014/main" id="{9F482424-0CA0-53EC-B6C6-CC092AB3F177}"/>
              </a:ext>
            </a:extLst>
          </p:cNvPr>
          <p:cNvSpPr>
            <a:spLocks noGrp="1"/>
          </p:cNvSpPr>
          <p:nvPr>
            <p:ph type="dt" sz="half" idx="10"/>
          </p:nvPr>
        </p:nvSpPr>
        <p:spPr>
          <a:xfrm>
            <a:off x="2567151" y="6356350"/>
            <a:ext cx="1013537" cy="365125"/>
          </a:xfrm>
          <a:prstGeom prst="rect">
            <a:avLst/>
          </a:prstGeom>
        </p:spPr>
        <p:txBody>
          <a:bodyPr/>
          <a:lstStyle>
            <a:lvl1pPr>
              <a:defRPr lang="es-MX" sz="1200" kern="1200" smtClean="0">
                <a:solidFill>
                  <a:schemeClr val="tx1">
                    <a:tint val="82000"/>
                  </a:schemeClr>
                </a:solidFill>
                <a:latin typeface="+mn-lt"/>
                <a:ea typeface="+mn-ea"/>
                <a:cs typeface="+mn-cs"/>
              </a:defRPr>
            </a:lvl1pPr>
          </a:lstStyle>
          <a:p>
            <a:fld id="{9D94E318-0FEB-4023-B073-A9B1C70F4C44}" type="datetime4">
              <a:rPr lang="en-US" smtClean="0"/>
              <a:t>December 7, 2025</a:t>
            </a:fld>
            <a:endParaRPr lang="es-MX"/>
          </a:p>
        </p:txBody>
      </p:sp>
      <p:sp>
        <p:nvSpPr>
          <p:cNvPr id="12" name="Marcador de pie de página 4">
            <a:extLst>
              <a:ext uri="{FF2B5EF4-FFF2-40B4-BE49-F238E27FC236}">
                <a16:creationId xmlns:a16="http://schemas.microsoft.com/office/drawing/2014/main" id="{FA4CB8DF-4D38-081D-A5F3-8BC447F55F34}"/>
              </a:ext>
            </a:extLst>
          </p:cNvPr>
          <p:cNvSpPr>
            <a:spLocks noGrp="1"/>
          </p:cNvSpPr>
          <p:nvPr>
            <p:ph type="ftr" sz="quarter" idx="11"/>
          </p:nvPr>
        </p:nvSpPr>
        <p:spPr>
          <a:xfrm>
            <a:off x="3793493" y="6356350"/>
            <a:ext cx="3767397" cy="365125"/>
          </a:xfrm>
          <a:prstGeom prst="rect">
            <a:avLst/>
          </a:prstGeom>
        </p:spPr>
        <p:txBody>
          <a:bodyPr vert="horz" lIns="91440" tIns="45720" rIns="91440" bIns="45720" rtlCol="0" anchor="ctr"/>
          <a:lstStyle>
            <a:lvl1pPr>
              <a:defRPr lang="es-MX" sz="1200" dirty="0">
                <a:solidFill>
                  <a:schemeClr val="tx1">
                    <a:tint val="82000"/>
                  </a:schemeClr>
                </a:solidFill>
              </a:defRPr>
            </a:lvl1pPr>
          </a:lstStyle>
          <a:p>
            <a:pPr algn="ctr"/>
            <a:endParaRPr lang="es-MX"/>
          </a:p>
        </p:txBody>
      </p:sp>
      <p:sp>
        <p:nvSpPr>
          <p:cNvPr id="16" name="Marcador de número de diapositiva 5">
            <a:extLst>
              <a:ext uri="{FF2B5EF4-FFF2-40B4-BE49-F238E27FC236}">
                <a16:creationId xmlns:a16="http://schemas.microsoft.com/office/drawing/2014/main" id="{50412CD0-03B2-FB52-8C59-C125C6693B5B}"/>
              </a:ext>
            </a:extLst>
          </p:cNvPr>
          <p:cNvSpPr>
            <a:spLocks noGrp="1"/>
          </p:cNvSpPr>
          <p:nvPr>
            <p:ph type="sldNum" sz="quarter" idx="12"/>
          </p:nvPr>
        </p:nvSpPr>
        <p:spPr>
          <a:xfrm>
            <a:off x="10630968" y="6356350"/>
            <a:ext cx="722831" cy="365125"/>
          </a:xfrm>
          <a:prstGeom prst="rect">
            <a:avLst/>
          </a:prstGeom>
        </p:spPr>
        <p:txBody>
          <a:bodyPr/>
          <a:lstStyle>
            <a:lvl1pPr algn="r">
              <a:defRPr lang="es-MX" sz="1200" kern="1200" smtClean="0">
                <a:solidFill>
                  <a:schemeClr val="tx1">
                    <a:tint val="82000"/>
                  </a:schemeClr>
                </a:solidFill>
                <a:latin typeface="+mn-lt"/>
                <a:ea typeface="+mn-ea"/>
                <a:cs typeface="+mn-cs"/>
              </a:defRPr>
            </a:lvl1pPr>
          </a:lstStyle>
          <a:p>
            <a:fld id="{A41831D9-926B-4302-A6F7-54B31F00B9E1}" type="slidenum">
              <a:rPr lang="es-MX" smtClean="0"/>
              <a:pPr/>
              <a:t>‹#›</a:t>
            </a:fld>
            <a:endParaRPr lang="es-MX"/>
          </a:p>
        </p:txBody>
      </p:sp>
    </p:spTree>
    <p:extLst>
      <p:ext uri="{BB962C8B-B14F-4D97-AF65-F5344CB8AC3E}">
        <p14:creationId xmlns:p14="http://schemas.microsoft.com/office/powerpoint/2010/main" val="25326608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Imagen con título">
    <p:spTree>
      <p:nvGrpSpPr>
        <p:cNvPr id="1" name=""/>
        <p:cNvGrpSpPr/>
        <p:nvPr/>
      </p:nvGrpSpPr>
      <p:grpSpPr>
        <a:xfrm>
          <a:off x="0" y="0"/>
          <a:ext cx="0" cy="0"/>
          <a:chOff x="0" y="0"/>
          <a:chExt cx="0" cy="0"/>
        </a:xfrm>
      </p:grpSpPr>
      <p:sp>
        <p:nvSpPr>
          <p:cNvPr id="3" name="Marcador de posición de imagen 2">
            <a:extLst>
              <a:ext uri="{FF2B5EF4-FFF2-40B4-BE49-F238E27FC236}">
                <a16:creationId xmlns:a16="http://schemas.microsoft.com/office/drawing/2014/main" id="{CDCD9E5D-F900-252D-270E-CB79DA18A21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s-MX"/>
          </a:p>
        </p:txBody>
      </p:sp>
      <p:pic>
        <p:nvPicPr>
          <p:cNvPr id="13" name="Imagen 12" descr="Forma&#10;&#10;Descripción generada automáticamente con confianza media">
            <a:extLst>
              <a:ext uri="{FF2B5EF4-FFF2-40B4-BE49-F238E27FC236}">
                <a16:creationId xmlns:a16="http://schemas.microsoft.com/office/drawing/2014/main" id="{F53DB6B0-FC98-DBD4-62EB-E895C9F492C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23844" y="6356350"/>
            <a:ext cx="1730502" cy="309756"/>
          </a:xfrm>
          <a:prstGeom prst="rect">
            <a:avLst/>
          </a:prstGeom>
        </p:spPr>
      </p:pic>
      <p:pic>
        <p:nvPicPr>
          <p:cNvPr id="14" name="Imagen 13" descr="Icono&#10;&#10;Descripción generada automáticamente">
            <a:extLst>
              <a:ext uri="{FF2B5EF4-FFF2-40B4-BE49-F238E27FC236}">
                <a16:creationId xmlns:a16="http://schemas.microsoft.com/office/drawing/2014/main" id="{BE2C39F6-A3AC-9574-B3FC-2BF4C5E3D3D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511187" y="186551"/>
            <a:ext cx="487109" cy="587785"/>
          </a:xfrm>
          <a:prstGeom prst="rect">
            <a:avLst/>
          </a:prstGeom>
        </p:spPr>
      </p:pic>
      <p:sp>
        <p:nvSpPr>
          <p:cNvPr id="15" name="Marcador de texto 3">
            <a:extLst>
              <a:ext uri="{FF2B5EF4-FFF2-40B4-BE49-F238E27FC236}">
                <a16:creationId xmlns:a16="http://schemas.microsoft.com/office/drawing/2014/main" id="{D963571A-DD58-155B-60FB-915F8C746561}"/>
              </a:ext>
            </a:extLst>
          </p:cNvPr>
          <p:cNvSpPr>
            <a:spLocks noGrp="1"/>
          </p:cNvSpPr>
          <p:nvPr>
            <p:ph type="body" sz="half" idx="2"/>
          </p:nvPr>
        </p:nvSpPr>
        <p:spPr>
          <a:xfrm>
            <a:off x="839788" y="2409914"/>
            <a:ext cx="4236413" cy="3459073"/>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6" name="Título 1">
            <a:extLst>
              <a:ext uri="{FF2B5EF4-FFF2-40B4-BE49-F238E27FC236}">
                <a16:creationId xmlns:a16="http://schemas.microsoft.com/office/drawing/2014/main" id="{9933457E-0DEB-20DA-E628-956FDC8C9493}"/>
              </a:ext>
            </a:extLst>
          </p:cNvPr>
          <p:cNvSpPr>
            <a:spLocks noGrp="1"/>
          </p:cNvSpPr>
          <p:nvPr>
            <p:ph type="title" hasCustomPrompt="1"/>
          </p:nvPr>
        </p:nvSpPr>
        <p:spPr>
          <a:xfrm>
            <a:off x="838200" y="365125"/>
            <a:ext cx="4238001" cy="1822598"/>
          </a:xfrm>
        </p:spPr>
        <p:txBody>
          <a:bodyPr>
            <a:normAutofit/>
          </a:bodyPr>
          <a:lstStyle>
            <a:lvl1pPr>
              <a:defRPr sz="3200">
                <a:solidFill>
                  <a:schemeClr val="tx1"/>
                </a:solidFill>
              </a:defRPr>
            </a:lvl1pPr>
          </a:lstStyle>
          <a:p>
            <a:r>
              <a:rPr lang="es-ES"/>
              <a:t>CLICK HERE TO MODIFY</a:t>
            </a:r>
            <a:endParaRPr lang="es-MX"/>
          </a:p>
        </p:txBody>
      </p:sp>
      <p:sp>
        <p:nvSpPr>
          <p:cNvPr id="7" name="Marcador de fecha 3">
            <a:extLst>
              <a:ext uri="{FF2B5EF4-FFF2-40B4-BE49-F238E27FC236}">
                <a16:creationId xmlns:a16="http://schemas.microsoft.com/office/drawing/2014/main" id="{102F433A-E052-80BA-86F1-B2CE9180B30B}"/>
              </a:ext>
            </a:extLst>
          </p:cNvPr>
          <p:cNvSpPr>
            <a:spLocks noGrp="1"/>
          </p:cNvSpPr>
          <p:nvPr>
            <p:ph type="dt" sz="half" idx="10"/>
          </p:nvPr>
        </p:nvSpPr>
        <p:spPr>
          <a:xfrm>
            <a:off x="2567151" y="6356350"/>
            <a:ext cx="1013537" cy="365125"/>
          </a:xfrm>
          <a:prstGeom prst="rect">
            <a:avLst/>
          </a:prstGeom>
        </p:spPr>
        <p:txBody>
          <a:bodyPr/>
          <a:lstStyle>
            <a:lvl1pPr>
              <a:defRPr lang="es-MX" sz="1200" kern="1200" smtClean="0">
                <a:solidFill>
                  <a:schemeClr val="tx1">
                    <a:tint val="82000"/>
                  </a:schemeClr>
                </a:solidFill>
                <a:latin typeface="+mn-lt"/>
                <a:ea typeface="+mn-ea"/>
                <a:cs typeface="+mn-cs"/>
              </a:defRPr>
            </a:lvl1pPr>
          </a:lstStyle>
          <a:p>
            <a:fld id="{748E9042-D967-4E0D-BD72-40F1A7B49BEB}" type="datetime4">
              <a:rPr lang="en-US" smtClean="0"/>
              <a:t>December 7, 2025</a:t>
            </a:fld>
            <a:endParaRPr lang="es-MX"/>
          </a:p>
        </p:txBody>
      </p:sp>
      <p:sp>
        <p:nvSpPr>
          <p:cNvPr id="11" name="Marcador de pie de página 4">
            <a:extLst>
              <a:ext uri="{FF2B5EF4-FFF2-40B4-BE49-F238E27FC236}">
                <a16:creationId xmlns:a16="http://schemas.microsoft.com/office/drawing/2014/main" id="{5743B23F-C4B1-20B1-9155-FE73F00A4AD3}"/>
              </a:ext>
            </a:extLst>
          </p:cNvPr>
          <p:cNvSpPr>
            <a:spLocks noGrp="1"/>
          </p:cNvSpPr>
          <p:nvPr>
            <p:ph type="ftr" sz="quarter" idx="11"/>
          </p:nvPr>
        </p:nvSpPr>
        <p:spPr>
          <a:xfrm>
            <a:off x="3793493" y="6356350"/>
            <a:ext cx="3767397" cy="365125"/>
          </a:xfrm>
          <a:prstGeom prst="rect">
            <a:avLst/>
          </a:prstGeom>
        </p:spPr>
        <p:txBody>
          <a:bodyPr vert="horz" lIns="91440" tIns="45720" rIns="91440" bIns="45720" rtlCol="0" anchor="ctr"/>
          <a:lstStyle>
            <a:lvl1pPr>
              <a:defRPr lang="es-MX" sz="1200" dirty="0">
                <a:solidFill>
                  <a:schemeClr val="tx1">
                    <a:tint val="82000"/>
                  </a:schemeClr>
                </a:solidFill>
              </a:defRPr>
            </a:lvl1pPr>
          </a:lstStyle>
          <a:p>
            <a:pPr algn="ctr"/>
            <a:endParaRPr lang="es-MX"/>
          </a:p>
        </p:txBody>
      </p:sp>
      <p:sp>
        <p:nvSpPr>
          <p:cNvPr id="12" name="Marcador de número de diapositiva 5">
            <a:extLst>
              <a:ext uri="{FF2B5EF4-FFF2-40B4-BE49-F238E27FC236}">
                <a16:creationId xmlns:a16="http://schemas.microsoft.com/office/drawing/2014/main" id="{C2F423A7-5DA2-AD59-D101-3DC46CA85B99}"/>
              </a:ext>
            </a:extLst>
          </p:cNvPr>
          <p:cNvSpPr>
            <a:spLocks noGrp="1"/>
          </p:cNvSpPr>
          <p:nvPr>
            <p:ph type="sldNum" sz="quarter" idx="12"/>
          </p:nvPr>
        </p:nvSpPr>
        <p:spPr>
          <a:xfrm>
            <a:off x="10630968" y="6356350"/>
            <a:ext cx="722831" cy="365125"/>
          </a:xfrm>
          <a:prstGeom prst="rect">
            <a:avLst/>
          </a:prstGeom>
        </p:spPr>
        <p:txBody>
          <a:bodyPr/>
          <a:lstStyle>
            <a:lvl1pPr algn="r">
              <a:defRPr lang="es-MX" sz="1200" kern="1200" smtClean="0">
                <a:solidFill>
                  <a:schemeClr val="tx1">
                    <a:tint val="82000"/>
                  </a:schemeClr>
                </a:solidFill>
                <a:latin typeface="+mn-lt"/>
                <a:ea typeface="+mn-ea"/>
                <a:cs typeface="+mn-cs"/>
              </a:defRPr>
            </a:lvl1pPr>
          </a:lstStyle>
          <a:p>
            <a:fld id="{A41831D9-926B-4302-A6F7-54B31F00B9E1}" type="slidenum">
              <a:rPr lang="es-MX" smtClean="0"/>
              <a:pPr/>
              <a:t>‹#›</a:t>
            </a:fld>
            <a:endParaRPr lang="es-MX"/>
          </a:p>
        </p:txBody>
      </p:sp>
    </p:spTree>
    <p:extLst>
      <p:ext uri="{BB962C8B-B14F-4D97-AF65-F5344CB8AC3E}">
        <p14:creationId xmlns:p14="http://schemas.microsoft.com/office/powerpoint/2010/main" val="18098929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ítulo y texto vertical">
    <p:spTree>
      <p:nvGrpSpPr>
        <p:cNvPr id="1" name=""/>
        <p:cNvGrpSpPr/>
        <p:nvPr/>
      </p:nvGrpSpPr>
      <p:grpSpPr>
        <a:xfrm>
          <a:off x="0" y="0"/>
          <a:ext cx="0" cy="0"/>
          <a:chOff x="0" y="0"/>
          <a:chExt cx="0" cy="0"/>
        </a:xfrm>
      </p:grpSpPr>
      <p:sp>
        <p:nvSpPr>
          <p:cNvPr id="3" name="Marcador de texto vertical 2">
            <a:extLst>
              <a:ext uri="{FF2B5EF4-FFF2-40B4-BE49-F238E27FC236}">
                <a16:creationId xmlns:a16="http://schemas.microsoft.com/office/drawing/2014/main" id="{1F3FD4F5-F620-03A0-2463-BE800C383AF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pic>
        <p:nvPicPr>
          <p:cNvPr id="12" name="Imagen 11" descr="Forma&#10;&#10;Descripción generada automáticamente con confianza media">
            <a:extLst>
              <a:ext uri="{FF2B5EF4-FFF2-40B4-BE49-F238E27FC236}">
                <a16:creationId xmlns:a16="http://schemas.microsoft.com/office/drawing/2014/main" id="{C4CACA47-2460-7E13-5963-BC5A26084AF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23844" y="6356350"/>
            <a:ext cx="1730502" cy="309756"/>
          </a:xfrm>
          <a:prstGeom prst="rect">
            <a:avLst/>
          </a:prstGeom>
        </p:spPr>
      </p:pic>
      <p:pic>
        <p:nvPicPr>
          <p:cNvPr id="13" name="Imagen 12" descr="Icono&#10;&#10;Descripción generada automáticamente">
            <a:extLst>
              <a:ext uri="{FF2B5EF4-FFF2-40B4-BE49-F238E27FC236}">
                <a16:creationId xmlns:a16="http://schemas.microsoft.com/office/drawing/2014/main" id="{0979CF61-39AB-4490-5D23-A07809936A0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511187" y="186551"/>
            <a:ext cx="487109" cy="587785"/>
          </a:xfrm>
          <a:prstGeom prst="rect">
            <a:avLst/>
          </a:prstGeom>
        </p:spPr>
      </p:pic>
      <p:sp>
        <p:nvSpPr>
          <p:cNvPr id="14" name="Título 1">
            <a:extLst>
              <a:ext uri="{FF2B5EF4-FFF2-40B4-BE49-F238E27FC236}">
                <a16:creationId xmlns:a16="http://schemas.microsoft.com/office/drawing/2014/main" id="{249D8FC2-E444-D9E6-D75F-A30F31B4582D}"/>
              </a:ext>
            </a:extLst>
          </p:cNvPr>
          <p:cNvSpPr>
            <a:spLocks noGrp="1"/>
          </p:cNvSpPr>
          <p:nvPr>
            <p:ph type="title" hasCustomPrompt="1"/>
          </p:nvPr>
        </p:nvSpPr>
        <p:spPr>
          <a:xfrm>
            <a:off x="838200" y="365125"/>
            <a:ext cx="10515599" cy="1325563"/>
          </a:xfrm>
        </p:spPr>
        <p:txBody>
          <a:bodyPr>
            <a:normAutofit/>
          </a:bodyPr>
          <a:lstStyle>
            <a:lvl1pPr>
              <a:defRPr sz="3600">
                <a:solidFill>
                  <a:schemeClr val="tx1"/>
                </a:solidFill>
              </a:defRPr>
            </a:lvl1pPr>
          </a:lstStyle>
          <a:p>
            <a:r>
              <a:rPr lang="es-ES"/>
              <a:t>CLICK HERE TO MODIFY</a:t>
            </a:r>
            <a:endParaRPr lang="es-MX"/>
          </a:p>
        </p:txBody>
      </p:sp>
      <p:sp>
        <p:nvSpPr>
          <p:cNvPr id="10" name="Marcador de fecha 3">
            <a:extLst>
              <a:ext uri="{FF2B5EF4-FFF2-40B4-BE49-F238E27FC236}">
                <a16:creationId xmlns:a16="http://schemas.microsoft.com/office/drawing/2014/main" id="{59CF7297-C054-E1D6-DE9C-A8ACA9641265}"/>
              </a:ext>
            </a:extLst>
          </p:cNvPr>
          <p:cNvSpPr>
            <a:spLocks noGrp="1"/>
          </p:cNvSpPr>
          <p:nvPr>
            <p:ph type="dt" sz="half" idx="10"/>
          </p:nvPr>
        </p:nvSpPr>
        <p:spPr>
          <a:xfrm>
            <a:off x="2567151" y="6356350"/>
            <a:ext cx="1013537" cy="365125"/>
          </a:xfrm>
          <a:prstGeom prst="rect">
            <a:avLst/>
          </a:prstGeom>
        </p:spPr>
        <p:txBody>
          <a:bodyPr/>
          <a:lstStyle>
            <a:lvl1pPr>
              <a:defRPr lang="es-MX" sz="1200" kern="1200" smtClean="0">
                <a:solidFill>
                  <a:schemeClr val="tx1">
                    <a:tint val="82000"/>
                  </a:schemeClr>
                </a:solidFill>
                <a:latin typeface="+mn-lt"/>
                <a:ea typeface="+mn-ea"/>
                <a:cs typeface="+mn-cs"/>
              </a:defRPr>
            </a:lvl1pPr>
          </a:lstStyle>
          <a:p>
            <a:fld id="{37F3F316-E20F-4B2B-AFB4-831C685C74B6}" type="datetime4">
              <a:rPr lang="en-US" smtClean="0"/>
              <a:t>December 7, 2025</a:t>
            </a:fld>
            <a:endParaRPr lang="es-MX"/>
          </a:p>
        </p:txBody>
      </p:sp>
      <p:sp>
        <p:nvSpPr>
          <p:cNvPr id="11" name="Marcador de pie de página 4">
            <a:extLst>
              <a:ext uri="{FF2B5EF4-FFF2-40B4-BE49-F238E27FC236}">
                <a16:creationId xmlns:a16="http://schemas.microsoft.com/office/drawing/2014/main" id="{9A293C72-D5F9-C01A-86CD-B4C32AA7752C}"/>
              </a:ext>
            </a:extLst>
          </p:cNvPr>
          <p:cNvSpPr>
            <a:spLocks noGrp="1"/>
          </p:cNvSpPr>
          <p:nvPr>
            <p:ph type="ftr" sz="quarter" idx="11"/>
          </p:nvPr>
        </p:nvSpPr>
        <p:spPr>
          <a:xfrm>
            <a:off x="3793493" y="6356350"/>
            <a:ext cx="3767397" cy="365125"/>
          </a:xfrm>
          <a:prstGeom prst="rect">
            <a:avLst/>
          </a:prstGeom>
        </p:spPr>
        <p:txBody>
          <a:bodyPr vert="horz" lIns="91440" tIns="45720" rIns="91440" bIns="45720" rtlCol="0" anchor="ctr"/>
          <a:lstStyle>
            <a:lvl1pPr>
              <a:defRPr lang="es-MX" sz="1200" dirty="0">
                <a:solidFill>
                  <a:schemeClr val="tx1">
                    <a:tint val="82000"/>
                  </a:schemeClr>
                </a:solidFill>
              </a:defRPr>
            </a:lvl1pPr>
          </a:lstStyle>
          <a:p>
            <a:pPr algn="ctr"/>
            <a:endParaRPr lang="es-MX"/>
          </a:p>
        </p:txBody>
      </p:sp>
      <p:sp>
        <p:nvSpPr>
          <p:cNvPr id="15" name="Marcador de número de diapositiva 5">
            <a:extLst>
              <a:ext uri="{FF2B5EF4-FFF2-40B4-BE49-F238E27FC236}">
                <a16:creationId xmlns:a16="http://schemas.microsoft.com/office/drawing/2014/main" id="{970F4AA7-F32B-75A3-9E8B-E69F791728B4}"/>
              </a:ext>
            </a:extLst>
          </p:cNvPr>
          <p:cNvSpPr>
            <a:spLocks noGrp="1"/>
          </p:cNvSpPr>
          <p:nvPr>
            <p:ph type="sldNum" sz="quarter" idx="12"/>
          </p:nvPr>
        </p:nvSpPr>
        <p:spPr>
          <a:xfrm>
            <a:off x="10630968" y="6356350"/>
            <a:ext cx="722831" cy="365125"/>
          </a:xfrm>
          <a:prstGeom prst="rect">
            <a:avLst/>
          </a:prstGeom>
        </p:spPr>
        <p:txBody>
          <a:bodyPr/>
          <a:lstStyle>
            <a:lvl1pPr algn="r">
              <a:defRPr lang="es-MX" sz="1200" kern="1200" smtClean="0">
                <a:solidFill>
                  <a:schemeClr val="tx1">
                    <a:tint val="82000"/>
                  </a:schemeClr>
                </a:solidFill>
                <a:latin typeface="+mn-lt"/>
                <a:ea typeface="+mn-ea"/>
                <a:cs typeface="+mn-cs"/>
              </a:defRPr>
            </a:lvl1pPr>
          </a:lstStyle>
          <a:p>
            <a:fld id="{A41831D9-926B-4302-A6F7-54B31F00B9E1}" type="slidenum">
              <a:rPr lang="es-MX" smtClean="0"/>
              <a:pPr/>
              <a:t>‹#›</a:t>
            </a:fld>
            <a:endParaRPr lang="es-MX"/>
          </a:p>
        </p:txBody>
      </p:sp>
    </p:spTree>
    <p:extLst>
      <p:ext uri="{BB962C8B-B14F-4D97-AF65-F5344CB8AC3E}">
        <p14:creationId xmlns:p14="http://schemas.microsoft.com/office/powerpoint/2010/main" val="40478465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ítulo vertical y texto">
    <p:spTree>
      <p:nvGrpSpPr>
        <p:cNvPr id="1" name=""/>
        <p:cNvGrpSpPr/>
        <p:nvPr/>
      </p:nvGrpSpPr>
      <p:grpSpPr>
        <a:xfrm>
          <a:off x="0" y="0"/>
          <a:ext cx="0" cy="0"/>
          <a:chOff x="0" y="0"/>
          <a:chExt cx="0" cy="0"/>
        </a:xfrm>
      </p:grpSpPr>
      <p:pic>
        <p:nvPicPr>
          <p:cNvPr id="12" name="Imagen 11" descr="Forma&#10;&#10;Descripción generada automáticamente con confianza media">
            <a:extLst>
              <a:ext uri="{FF2B5EF4-FFF2-40B4-BE49-F238E27FC236}">
                <a16:creationId xmlns:a16="http://schemas.microsoft.com/office/drawing/2014/main" id="{45714F61-E5E4-EB8D-7D3E-846D2972B84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23844" y="6356350"/>
            <a:ext cx="1730502" cy="309756"/>
          </a:xfrm>
          <a:prstGeom prst="rect">
            <a:avLst/>
          </a:prstGeom>
        </p:spPr>
      </p:pic>
      <p:pic>
        <p:nvPicPr>
          <p:cNvPr id="13" name="Imagen 12" descr="Icono&#10;&#10;Descripción generada automáticamente">
            <a:extLst>
              <a:ext uri="{FF2B5EF4-FFF2-40B4-BE49-F238E27FC236}">
                <a16:creationId xmlns:a16="http://schemas.microsoft.com/office/drawing/2014/main" id="{A0396AE5-2933-D646-5ECF-8C482ED5B97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511187" y="186551"/>
            <a:ext cx="487109" cy="587785"/>
          </a:xfrm>
          <a:prstGeom prst="rect">
            <a:avLst/>
          </a:prstGeom>
        </p:spPr>
      </p:pic>
      <p:sp>
        <p:nvSpPr>
          <p:cNvPr id="14" name="Marcador de contenido 2">
            <a:extLst>
              <a:ext uri="{FF2B5EF4-FFF2-40B4-BE49-F238E27FC236}">
                <a16:creationId xmlns:a16="http://schemas.microsoft.com/office/drawing/2014/main" id="{760ED615-7837-B659-5C5D-3342541364E2}"/>
              </a:ext>
            </a:extLst>
          </p:cNvPr>
          <p:cNvSpPr>
            <a:spLocks noGrp="1"/>
          </p:cNvSpPr>
          <p:nvPr>
            <p:ph sz="half" idx="1"/>
          </p:nvPr>
        </p:nvSpPr>
        <p:spPr>
          <a:xfrm rot="5400000">
            <a:off x="3753972" y="1329531"/>
            <a:ext cx="5181600" cy="4351338"/>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15" name="Título 1">
            <a:extLst>
              <a:ext uri="{FF2B5EF4-FFF2-40B4-BE49-F238E27FC236}">
                <a16:creationId xmlns:a16="http://schemas.microsoft.com/office/drawing/2014/main" id="{CB0915C8-75B1-01D3-B801-C589BBB4E529}"/>
              </a:ext>
            </a:extLst>
          </p:cNvPr>
          <p:cNvSpPr>
            <a:spLocks noGrp="1"/>
          </p:cNvSpPr>
          <p:nvPr>
            <p:ph type="title" hasCustomPrompt="1"/>
          </p:nvPr>
        </p:nvSpPr>
        <p:spPr>
          <a:xfrm rot="5400000">
            <a:off x="7399693" y="2233071"/>
            <a:ext cx="5272777" cy="2635435"/>
          </a:xfrm>
        </p:spPr>
        <p:txBody>
          <a:bodyPr>
            <a:normAutofit/>
          </a:bodyPr>
          <a:lstStyle>
            <a:lvl1pPr>
              <a:defRPr sz="3600">
                <a:solidFill>
                  <a:schemeClr val="tx1"/>
                </a:solidFill>
              </a:defRPr>
            </a:lvl1pPr>
          </a:lstStyle>
          <a:p>
            <a:r>
              <a:rPr lang="es-ES"/>
              <a:t>CLICK HERE TO MODIFY</a:t>
            </a:r>
            <a:endParaRPr lang="es-MX"/>
          </a:p>
        </p:txBody>
      </p:sp>
      <p:sp>
        <p:nvSpPr>
          <p:cNvPr id="6" name="Marcador de fecha 3">
            <a:extLst>
              <a:ext uri="{FF2B5EF4-FFF2-40B4-BE49-F238E27FC236}">
                <a16:creationId xmlns:a16="http://schemas.microsoft.com/office/drawing/2014/main" id="{BAF1DE25-495E-7592-EDB3-8CE650FCF8A3}"/>
              </a:ext>
            </a:extLst>
          </p:cNvPr>
          <p:cNvSpPr>
            <a:spLocks noGrp="1"/>
          </p:cNvSpPr>
          <p:nvPr>
            <p:ph type="dt" sz="half" idx="10"/>
          </p:nvPr>
        </p:nvSpPr>
        <p:spPr>
          <a:xfrm>
            <a:off x="2567151" y="6356350"/>
            <a:ext cx="1013537" cy="365125"/>
          </a:xfrm>
          <a:prstGeom prst="rect">
            <a:avLst/>
          </a:prstGeom>
        </p:spPr>
        <p:txBody>
          <a:bodyPr/>
          <a:lstStyle>
            <a:lvl1pPr>
              <a:defRPr lang="es-MX" sz="1200" kern="1200" smtClean="0">
                <a:solidFill>
                  <a:schemeClr val="tx1">
                    <a:tint val="82000"/>
                  </a:schemeClr>
                </a:solidFill>
                <a:latin typeface="+mn-lt"/>
                <a:ea typeface="+mn-ea"/>
                <a:cs typeface="+mn-cs"/>
              </a:defRPr>
            </a:lvl1pPr>
          </a:lstStyle>
          <a:p>
            <a:fld id="{C4E4FA53-325D-4EFB-B6CC-49294224DF02}" type="datetime4">
              <a:rPr lang="en-US" smtClean="0"/>
              <a:t>December 7, 2025</a:t>
            </a:fld>
            <a:endParaRPr lang="es-MX"/>
          </a:p>
        </p:txBody>
      </p:sp>
      <p:sp>
        <p:nvSpPr>
          <p:cNvPr id="10" name="Marcador de pie de página 4">
            <a:extLst>
              <a:ext uri="{FF2B5EF4-FFF2-40B4-BE49-F238E27FC236}">
                <a16:creationId xmlns:a16="http://schemas.microsoft.com/office/drawing/2014/main" id="{9EBD78A7-D56F-71B6-4340-96D026F4F059}"/>
              </a:ext>
            </a:extLst>
          </p:cNvPr>
          <p:cNvSpPr>
            <a:spLocks noGrp="1"/>
          </p:cNvSpPr>
          <p:nvPr>
            <p:ph type="ftr" sz="quarter" idx="11"/>
          </p:nvPr>
        </p:nvSpPr>
        <p:spPr>
          <a:xfrm>
            <a:off x="3793493" y="6356350"/>
            <a:ext cx="3767397" cy="365125"/>
          </a:xfrm>
          <a:prstGeom prst="rect">
            <a:avLst/>
          </a:prstGeom>
        </p:spPr>
        <p:txBody>
          <a:bodyPr vert="horz" lIns="91440" tIns="45720" rIns="91440" bIns="45720" rtlCol="0" anchor="ctr"/>
          <a:lstStyle>
            <a:lvl1pPr>
              <a:defRPr lang="es-MX" sz="1200" dirty="0">
                <a:solidFill>
                  <a:schemeClr val="tx1">
                    <a:tint val="82000"/>
                  </a:schemeClr>
                </a:solidFill>
              </a:defRPr>
            </a:lvl1pPr>
          </a:lstStyle>
          <a:p>
            <a:pPr algn="ctr"/>
            <a:endParaRPr lang="es-MX"/>
          </a:p>
        </p:txBody>
      </p:sp>
      <p:sp>
        <p:nvSpPr>
          <p:cNvPr id="11" name="Marcador de número de diapositiva 5">
            <a:extLst>
              <a:ext uri="{FF2B5EF4-FFF2-40B4-BE49-F238E27FC236}">
                <a16:creationId xmlns:a16="http://schemas.microsoft.com/office/drawing/2014/main" id="{4168E466-F2DE-54FF-4F77-F02AD79568B7}"/>
              </a:ext>
            </a:extLst>
          </p:cNvPr>
          <p:cNvSpPr>
            <a:spLocks noGrp="1"/>
          </p:cNvSpPr>
          <p:nvPr>
            <p:ph type="sldNum" sz="quarter" idx="12"/>
          </p:nvPr>
        </p:nvSpPr>
        <p:spPr>
          <a:xfrm>
            <a:off x="10630968" y="6356350"/>
            <a:ext cx="722831" cy="365125"/>
          </a:xfrm>
          <a:prstGeom prst="rect">
            <a:avLst/>
          </a:prstGeom>
        </p:spPr>
        <p:txBody>
          <a:bodyPr/>
          <a:lstStyle>
            <a:lvl1pPr algn="r">
              <a:defRPr lang="es-MX" sz="1200" kern="1200" smtClean="0">
                <a:solidFill>
                  <a:schemeClr val="tx1">
                    <a:tint val="82000"/>
                  </a:schemeClr>
                </a:solidFill>
                <a:latin typeface="+mn-lt"/>
                <a:ea typeface="+mn-ea"/>
                <a:cs typeface="+mn-cs"/>
              </a:defRPr>
            </a:lvl1pPr>
          </a:lstStyle>
          <a:p>
            <a:fld id="{A41831D9-926B-4302-A6F7-54B31F00B9E1}" type="slidenum">
              <a:rPr lang="es-MX" smtClean="0"/>
              <a:pPr/>
              <a:t>‹#›</a:t>
            </a:fld>
            <a:endParaRPr lang="es-MX"/>
          </a:p>
        </p:txBody>
      </p:sp>
    </p:spTree>
    <p:extLst>
      <p:ext uri="{BB962C8B-B14F-4D97-AF65-F5344CB8AC3E}">
        <p14:creationId xmlns:p14="http://schemas.microsoft.com/office/powerpoint/2010/main" val="309937568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0145AA99-9C77-3152-D2E1-791F9F5AEB99}"/>
              </a:ext>
            </a:extLst>
          </p:cNvPr>
          <p:cNvSpPr>
            <a:spLocks noGrp="1"/>
          </p:cNvSpPr>
          <p:nvPr>
            <p:ph type="title"/>
          </p:nvPr>
        </p:nvSpPr>
        <p:spPr>
          <a:xfrm>
            <a:off x="319119" y="365125"/>
            <a:ext cx="11574218" cy="1325563"/>
          </a:xfrm>
          <a:prstGeom prst="rect">
            <a:avLst/>
          </a:prstGeom>
        </p:spPr>
        <p:txBody>
          <a:bodyPr vert="horz" lIns="91440" tIns="45720" rIns="91440" bIns="45720" rtlCol="0" anchor="ctr">
            <a:normAutofit/>
          </a:bodyPr>
          <a:lstStyle/>
          <a:p>
            <a:r>
              <a:rPr lang="es-ES"/>
              <a:t>CLICK HERE TO MODIFY</a:t>
            </a:r>
            <a:endParaRPr lang="es-MX"/>
          </a:p>
        </p:txBody>
      </p:sp>
      <p:sp>
        <p:nvSpPr>
          <p:cNvPr id="3" name="Marcador de texto 2">
            <a:extLst>
              <a:ext uri="{FF2B5EF4-FFF2-40B4-BE49-F238E27FC236}">
                <a16:creationId xmlns:a16="http://schemas.microsoft.com/office/drawing/2014/main" id="{D4592021-C25E-2227-CE66-247C6EB2CAA2}"/>
              </a:ext>
            </a:extLst>
          </p:cNvPr>
          <p:cNvSpPr>
            <a:spLocks noGrp="1"/>
          </p:cNvSpPr>
          <p:nvPr>
            <p:ph type="body" idx="1"/>
          </p:nvPr>
        </p:nvSpPr>
        <p:spPr>
          <a:xfrm>
            <a:off x="319119" y="1690688"/>
            <a:ext cx="11574218" cy="4486275"/>
          </a:xfrm>
          <a:prstGeom prst="rect">
            <a:avLst/>
          </a:prstGeom>
        </p:spPr>
        <p:txBody>
          <a:bodyPr vert="horz" lIns="91440" tIns="45720" rIns="91440" bIns="45720" rtlCol="0">
            <a:normAutofit/>
          </a:bodyPr>
          <a:lstStyle/>
          <a:p>
            <a:pPr lvl="0"/>
            <a:r>
              <a:rPr lang="es-ES" err="1"/>
              <a:t>Click</a:t>
            </a:r>
            <a:r>
              <a:rPr lang="es-ES"/>
              <a:t> </a:t>
            </a:r>
            <a:r>
              <a:rPr lang="es-ES" err="1"/>
              <a:t>here</a:t>
            </a:r>
            <a:r>
              <a:rPr lang="es-ES"/>
              <a:t> </a:t>
            </a:r>
            <a:r>
              <a:rPr lang="es-ES" err="1"/>
              <a:t>to</a:t>
            </a:r>
            <a:r>
              <a:rPr lang="es-ES"/>
              <a:t> </a:t>
            </a:r>
            <a:r>
              <a:rPr lang="es-ES" err="1"/>
              <a:t>modify</a:t>
            </a:r>
            <a:endParaRPr lang="es-ES"/>
          </a:p>
          <a:p>
            <a:pPr lvl="1"/>
            <a:r>
              <a:rPr lang="es-ES" err="1"/>
              <a:t>Second</a:t>
            </a:r>
            <a:r>
              <a:rPr lang="es-ES"/>
              <a:t> </a:t>
            </a:r>
            <a:r>
              <a:rPr lang="es-ES" err="1"/>
              <a:t>level</a:t>
            </a:r>
            <a:endParaRPr lang="es-ES"/>
          </a:p>
          <a:p>
            <a:pPr lvl="2"/>
            <a:r>
              <a:rPr lang="es-ES" err="1"/>
              <a:t>Third</a:t>
            </a:r>
            <a:r>
              <a:rPr lang="es-ES"/>
              <a:t> </a:t>
            </a:r>
            <a:r>
              <a:rPr lang="es-ES" err="1"/>
              <a:t>level</a:t>
            </a:r>
            <a:endParaRPr lang="es-ES"/>
          </a:p>
          <a:p>
            <a:pPr lvl="3"/>
            <a:r>
              <a:rPr lang="es-ES" err="1"/>
              <a:t>Fourth</a:t>
            </a:r>
            <a:r>
              <a:rPr lang="es-ES"/>
              <a:t> </a:t>
            </a:r>
            <a:r>
              <a:rPr lang="es-ES" err="1"/>
              <a:t>level</a:t>
            </a:r>
            <a:endParaRPr lang="es-ES"/>
          </a:p>
          <a:p>
            <a:pPr lvl="4"/>
            <a:r>
              <a:rPr lang="es-ES" err="1"/>
              <a:t>Fifth</a:t>
            </a:r>
            <a:r>
              <a:rPr lang="es-ES"/>
              <a:t> </a:t>
            </a:r>
            <a:r>
              <a:rPr lang="es-ES" err="1"/>
              <a:t>Level</a:t>
            </a:r>
            <a:endParaRPr lang="es-MX"/>
          </a:p>
        </p:txBody>
      </p:sp>
      <p:pic>
        <p:nvPicPr>
          <p:cNvPr id="7" name="Imagen 6" descr="Forma&#10;&#10;Descripción generada automáticamente con confianza media">
            <a:extLst>
              <a:ext uri="{FF2B5EF4-FFF2-40B4-BE49-F238E27FC236}">
                <a16:creationId xmlns:a16="http://schemas.microsoft.com/office/drawing/2014/main" id="{FC9DEEAA-FE1F-0839-A61E-70958C8510AF}"/>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623844" y="6356350"/>
            <a:ext cx="1730502" cy="309756"/>
          </a:xfrm>
          <a:prstGeom prst="rect">
            <a:avLst/>
          </a:prstGeom>
        </p:spPr>
      </p:pic>
      <p:sp>
        <p:nvSpPr>
          <p:cNvPr id="9" name="Marcador de fecha 3">
            <a:extLst>
              <a:ext uri="{FF2B5EF4-FFF2-40B4-BE49-F238E27FC236}">
                <a16:creationId xmlns:a16="http://schemas.microsoft.com/office/drawing/2014/main" id="{4C5BA7D3-86BD-F576-BE03-823F1F1820FF}"/>
              </a:ext>
            </a:extLst>
          </p:cNvPr>
          <p:cNvSpPr>
            <a:spLocks noGrp="1"/>
          </p:cNvSpPr>
          <p:nvPr>
            <p:ph type="dt" sz="half" idx="2"/>
          </p:nvPr>
        </p:nvSpPr>
        <p:spPr>
          <a:xfrm>
            <a:off x="2440005" y="6356350"/>
            <a:ext cx="1294598" cy="365125"/>
          </a:xfrm>
          <a:prstGeom prst="rect">
            <a:avLst/>
          </a:prstGeom>
        </p:spPr>
        <p:txBody>
          <a:bodyPr anchor="ctr"/>
          <a:lstStyle>
            <a:lvl1pPr>
              <a:defRPr lang="es-MX" sz="1200" kern="1200" smtClean="0">
                <a:solidFill>
                  <a:schemeClr val="tx1">
                    <a:tint val="82000"/>
                  </a:schemeClr>
                </a:solidFill>
                <a:latin typeface="Roboto" panose="02000000000000000000" pitchFamily="2" charset="0"/>
                <a:ea typeface="Roboto" panose="02000000000000000000" pitchFamily="2" charset="0"/>
                <a:cs typeface="Roboto" panose="02000000000000000000" pitchFamily="2" charset="0"/>
              </a:defRPr>
            </a:lvl1pPr>
          </a:lstStyle>
          <a:p>
            <a:fld id="{8D464806-4B4A-4BB7-BCE6-98E87EB69E2D}" type="datetime4">
              <a:rPr lang="en-US" smtClean="0"/>
              <a:t>December 7, 2025</a:t>
            </a:fld>
            <a:endParaRPr lang="en-US"/>
          </a:p>
        </p:txBody>
      </p:sp>
      <p:sp>
        <p:nvSpPr>
          <p:cNvPr id="10" name="Marcador de pie de página 4">
            <a:extLst>
              <a:ext uri="{FF2B5EF4-FFF2-40B4-BE49-F238E27FC236}">
                <a16:creationId xmlns:a16="http://schemas.microsoft.com/office/drawing/2014/main" id="{7A6E0445-6C8B-3BFB-BD96-A70511B4420F}"/>
              </a:ext>
            </a:extLst>
          </p:cNvPr>
          <p:cNvSpPr>
            <a:spLocks noGrp="1"/>
          </p:cNvSpPr>
          <p:nvPr>
            <p:ph type="ftr" sz="quarter" idx="3"/>
          </p:nvPr>
        </p:nvSpPr>
        <p:spPr>
          <a:xfrm>
            <a:off x="3793493" y="6356350"/>
            <a:ext cx="3767397" cy="365125"/>
          </a:xfrm>
          <a:prstGeom prst="rect">
            <a:avLst/>
          </a:prstGeom>
        </p:spPr>
        <p:txBody>
          <a:bodyPr vert="horz" lIns="91440" tIns="45720" rIns="91440" bIns="45720" rtlCol="0" anchor="ctr"/>
          <a:lstStyle>
            <a:lvl1pPr>
              <a:defRPr lang="es-MX" sz="1200" dirty="0">
                <a:solidFill>
                  <a:schemeClr val="tx1">
                    <a:tint val="82000"/>
                  </a:schemeClr>
                </a:solidFill>
                <a:latin typeface="Roboto" panose="02000000000000000000" pitchFamily="2" charset="0"/>
                <a:ea typeface="Roboto" panose="02000000000000000000" pitchFamily="2" charset="0"/>
                <a:cs typeface="Roboto" panose="02000000000000000000" pitchFamily="2" charset="0"/>
              </a:defRPr>
            </a:lvl1pPr>
          </a:lstStyle>
          <a:p>
            <a:pPr algn="ctr"/>
            <a:endParaRPr lang="en-US"/>
          </a:p>
        </p:txBody>
      </p:sp>
      <p:sp>
        <p:nvSpPr>
          <p:cNvPr id="11" name="Marcador de número de diapositiva 5">
            <a:extLst>
              <a:ext uri="{FF2B5EF4-FFF2-40B4-BE49-F238E27FC236}">
                <a16:creationId xmlns:a16="http://schemas.microsoft.com/office/drawing/2014/main" id="{055A7836-8952-D798-B4D7-E10B8D710266}"/>
              </a:ext>
            </a:extLst>
          </p:cNvPr>
          <p:cNvSpPr>
            <a:spLocks noGrp="1"/>
          </p:cNvSpPr>
          <p:nvPr>
            <p:ph type="sldNum" sz="quarter" idx="4"/>
          </p:nvPr>
        </p:nvSpPr>
        <p:spPr>
          <a:xfrm>
            <a:off x="10630968" y="6356350"/>
            <a:ext cx="722831" cy="365125"/>
          </a:xfrm>
          <a:prstGeom prst="rect">
            <a:avLst/>
          </a:prstGeom>
        </p:spPr>
        <p:txBody>
          <a:bodyPr anchor="ctr"/>
          <a:lstStyle>
            <a:lvl1pPr algn="r">
              <a:defRPr lang="es-MX" sz="1200" kern="1200" smtClean="0">
                <a:solidFill>
                  <a:schemeClr val="tx1">
                    <a:tint val="82000"/>
                  </a:schemeClr>
                </a:solidFill>
                <a:latin typeface="Roboto" panose="02000000000000000000" pitchFamily="2" charset="0"/>
                <a:ea typeface="Roboto" panose="02000000000000000000" pitchFamily="2" charset="0"/>
                <a:cs typeface="Roboto" panose="02000000000000000000" pitchFamily="2" charset="0"/>
              </a:defRPr>
            </a:lvl1pPr>
          </a:lstStyle>
          <a:p>
            <a:fld id="{A41831D9-926B-4302-A6F7-54B31F00B9E1}" type="slidenum">
              <a:rPr lang="en-US" smtClean="0"/>
              <a:pPr/>
              <a:t>‹#›</a:t>
            </a:fld>
            <a:endParaRPr lang="en-US"/>
          </a:p>
        </p:txBody>
      </p:sp>
    </p:spTree>
    <p:extLst>
      <p:ext uri="{BB962C8B-B14F-4D97-AF65-F5344CB8AC3E}">
        <p14:creationId xmlns:p14="http://schemas.microsoft.com/office/powerpoint/2010/main" val="10642795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Roboto Medium" panose="02000000000000000000" pitchFamily="2" charset="0"/>
          <a:ea typeface="Roboto Medium" panose="02000000000000000000" pitchFamily="2" charset="0"/>
          <a:cs typeface="Roboto Medium" panose="02000000000000000000" pitchFamily="2"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flower.ai/docs/framework/tutorial-series-what-is-federated-learning.html#federated-learning" TargetMode="External"/><Relationship Id="rId3" Type="http://schemas.openxmlformats.org/officeDocument/2006/relationships/image" Target="../media/image6.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hyperlink" Target="https://flower.ai/docs/framework/tutorial-series-what-is-federated-learning.html#federated-learning"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 Id="rId3" Type="http://schemas.openxmlformats.org/officeDocument/2006/relationships/hyperlink" Target="https://flower.ai/docs/framework/tutorial-series-what-is-federated-learning.html#federated-learning"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hyperlink" Target="https://flower.ai/docs/framework/tutorial-series-what-is-federated-learning.html#federated-learning"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hyperlink" Target="https://flower.ai/docs/framework/tutorial-series-what-is-federated-learning.html#federated-learning"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5.png"/><Relationship Id="rId4" Type="http://schemas.openxmlformats.org/officeDocument/2006/relationships/hyperlink" Target="https://flower.ai/docs/framework/tutorial-series-what-is-federated-learning.html#federated-learning"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hyperlink" Target="https://www.kaggle.com/datasets/masoudnickparvar/brain-tumor-mri-dataset" TargetMode="External"/><Relationship Id="rId4" Type="http://schemas.openxmlformats.org/officeDocument/2006/relationships/image" Target="../media/image16.jpg"/><Relationship Id="rId5" Type="http://schemas.openxmlformats.org/officeDocument/2006/relationships/image" Target="../media/image17.jpg"/><Relationship Id="rId6" Type="http://schemas.openxmlformats.org/officeDocument/2006/relationships/image" Target="../media/image18.jpg"/><Relationship Id="rId7" Type="http://schemas.openxmlformats.org/officeDocument/2006/relationships/image" Target="../media/image19.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hyperlink" Target="https://www.kaggle.com/datasets/masoudnickparvar/brain-tumor-mri-dataset"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hyperlink" Target="https://www.usenix.org/system/files/usenixsecurity25-carletti.pdf" TargetMode="External"/><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hyperlink" Target="https://www.usenix.org/system/files/usenixsecurity25-carletti.pdf"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rxiv.org/abs/2001.02610" TargetMode="External"/><Relationship Id="rId3"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4" Type="http://schemas.openxmlformats.org/officeDocument/2006/relationships/image" Target="../media/image21.png"/><Relationship Id="rId5" Type="http://schemas.openxmlformats.org/officeDocument/2006/relationships/image" Target="../media/image2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hyperlink" Target="https://github.com/OpenMined/TenSEAL"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4" Type="http://schemas.openxmlformats.org/officeDocument/2006/relationships/chart" Target="../charts/char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 Id="rId3" Type="http://schemas.openxmlformats.org/officeDocument/2006/relationships/notesSlide" Target="../notesSlides/notesSlide13.xml"/><Relationship Id="rId4" Type="http://schemas.openxmlformats.org/officeDocument/2006/relationships/image" Target="../media/image22.png"/><Relationship Id="rId5" Type="http://schemas.openxmlformats.org/officeDocument/2006/relationships/image" Target="../media/image2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4.png"/><Relationship Id="rId3" Type="http://schemas.openxmlformats.org/officeDocument/2006/relationships/notesSlide" Target="../notesSlides/notesSlide14.xml"/><Relationship Id="rId4" Type="http://schemas.openxmlformats.org/officeDocument/2006/relationships/image" Target="../media/image25.png"/><Relationship Id="rId5" Type="http://schemas.openxmlformats.org/officeDocument/2006/relationships/image" Target="../media/image26.png"/><Relationship Id="rId6" Type="http://schemas.openxmlformats.org/officeDocument/2006/relationships/image" Target="../media/image27.png"/><Relationship Id="rId7" Type="http://schemas.openxmlformats.org/officeDocument/2006/relationships/image" Target="../media/image28.png"/><Relationship Id="rId8" Type="http://schemas.openxmlformats.org/officeDocument/2006/relationships/image" Target="../media/image29.png"/><Relationship Id="rId9" Type="http://schemas.openxmlformats.org/officeDocument/2006/relationships/image" Target="../media/image30.png"/><Relationship Id="rId10" Type="http://schemas.openxmlformats.org/officeDocument/2006/relationships/image" Target="../media/image3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hyperlink" Target="https://github.com/anurag-r20/Quantum-Federated-Learnin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5E5E5"/>
        </a:solidFill>
        <a:effectLst/>
      </p:bgPr>
    </p:bg>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E3ECCF0C-E842-9CFE-567F-FD6A1CE576F8}"/>
              </a:ext>
            </a:extLst>
          </p:cNvPr>
          <p:cNvSpPr>
            <a:spLocks noGrp="1"/>
          </p:cNvSpPr>
          <p:nvPr>
            <p:ph type="subTitle" idx="1"/>
          </p:nvPr>
        </p:nvSpPr>
        <p:spPr/>
        <p:txBody>
          <a:bodyPr>
            <a:normAutofit/>
          </a:bodyPr>
          <a:lstStyle/>
          <a:p>
            <a:r>
              <a:rPr lang="en-US" dirty="0"/>
              <a:t>Federated Learning: </a:t>
            </a:r>
          </a:p>
          <a:p>
            <a:r>
              <a:rPr lang="en-US" dirty="0"/>
              <a:t>Secure or Not?</a:t>
            </a:r>
          </a:p>
        </p:txBody>
      </p:sp>
      <p:sp>
        <p:nvSpPr>
          <p:cNvPr id="3" name="Text Placeholder 2">
            <a:extLst>
              <a:ext uri="{FF2B5EF4-FFF2-40B4-BE49-F238E27FC236}">
                <a16:creationId xmlns:a16="http://schemas.microsoft.com/office/drawing/2014/main" id="{26633184-E9F3-BAA8-85E2-99F0AAEFCBFF}"/>
              </a:ext>
            </a:extLst>
          </p:cNvPr>
          <p:cNvSpPr>
            <a:spLocks noGrp="1"/>
          </p:cNvSpPr>
          <p:nvPr>
            <p:ph type="body" sz="quarter" idx="10"/>
          </p:nvPr>
        </p:nvSpPr>
        <p:spPr/>
        <p:txBody>
          <a:bodyPr>
            <a:noAutofit/>
          </a:bodyPr>
          <a:lstStyle/>
          <a:p>
            <a:r>
              <a:rPr lang="en-US" dirty="0"/>
              <a:t>Anurag Ramesh</a:t>
            </a:r>
          </a:p>
          <a:p>
            <a:endParaRPr lang="en-US" sz="2400" dirty="0"/>
          </a:p>
        </p:txBody>
      </p:sp>
      <p:sp>
        <p:nvSpPr>
          <p:cNvPr id="5" name="Text Placeholder 4">
            <a:extLst>
              <a:ext uri="{FF2B5EF4-FFF2-40B4-BE49-F238E27FC236}">
                <a16:creationId xmlns:a16="http://schemas.microsoft.com/office/drawing/2014/main" id="{12B5E3CC-9FC9-2E94-7C20-B8E301DE2BFD}"/>
              </a:ext>
            </a:extLst>
          </p:cNvPr>
          <p:cNvSpPr>
            <a:spLocks noGrp="1"/>
          </p:cNvSpPr>
          <p:nvPr>
            <p:ph type="body" sz="quarter" idx="12"/>
          </p:nvPr>
        </p:nvSpPr>
        <p:spPr/>
        <p:txBody>
          <a:bodyPr/>
          <a:lstStyle/>
          <a:p>
            <a:r>
              <a:rPr lang="en-US" dirty="0"/>
              <a:t>10/13/2026</a:t>
            </a:r>
          </a:p>
        </p:txBody>
      </p:sp>
      <p:sp>
        <p:nvSpPr>
          <p:cNvPr id="6" name="Text Placeholder 5">
            <a:extLst>
              <a:ext uri="{FF2B5EF4-FFF2-40B4-BE49-F238E27FC236}">
                <a16:creationId xmlns:a16="http://schemas.microsoft.com/office/drawing/2014/main" id="{FB26944C-6E69-A6CD-97F3-CADBF67912B3}"/>
              </a:ext>
            </a:extLst>
          </p:cNvPr>
          <p:cNvSpPr>
            <a:spLocks noGrp="1"/>
          </p:cNvSpPr>
          <p:nvPr>
            <p:ph type="body" sz="quarter" idx="13"/>
          </p:nvPr>
        </p:nvSpPr>
        <p:spPr/>
        <p:txBody>
          <a:bodyPr/>
          <a:lstStyle/>
          <a:p>
            <a:r>
              <a:rPr lang="en-US" sz="2800" dirty="0"/>
              <a:t>Purdue University</a:t>
            </a:r>
          </a:p>
        </p:txBody>
      </p:sp>
      <p:sp>
        <p:nvSpPr>
          <p:cNvPr id="4" name="Text Placeholder 5">
            <a:extLst>
              <a:ext uri="{FF2B5EF4-FFF2-40B4-BE49-F238E27FC236}">
                <a16:creationId xmlns:a16="http://schemas.microsoft.com/office/drawing/2014/main" id="{673C185C-5214-3844-923F-AAF502C94FBE}"/>
              </a:ext>
            </a:extLst>
          </p:cNvPr>
          <p:cNvSpPr txBox="1">
            <a:spLocks/>
          </p:cNvSpPr>
          <p:nvPr/>
        </p:nvSpPr>
        <p:spPr>
          <a:xfrm>
            <a:off x="2257778" y="3491300"/>
            <a:ext cx="3287762" cy="774647"/>
          </a:xfrm>
          <a:prstGeom prst="rect">
            <a:avLst/>
          </a:prstGeom>
        </p:spPr>
        <p:txBody>
          <a:bodyPr vert="horz" lIns="91440" tIns="45720" rIns="91440" bIns="45720" rtlCol="0">
            <a:noAutofit/>
          </a:bodyPr>
          <a:lstStyle>
            <a:lvl1pPr marL="0" indent="0" algn="r" defTabSz="914400" rtl="0" eaLnBrk="1" latinLnBrk="0" hangingPunct="1">
              <a:lnSpc>
                <a:spcPct val="90000"/>
              </a:lnSpc>
              <a:spcBef>
                <a:spcPts val="1000"/>
              </a:spcBef>
              <a:buFont typeface="Arial" panose="020B0604020202020204" pitchFamily="34" charset="0"/>
              <a:buNone/>
              <a:defRPr lang="en-US" sz="1400" i="0" kern="1200" dirty="0">
                <a:solidFill>
                  <a:schemeClr val="accent2"/>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800" dirty="0"/>
              <a:t>ECE 59500 Project</a:t>
            </a:r>
          </a:p>
        </p:txBody>
      </p:sp>
    </p:spTree>
    <p:extLst>
      <p:ext uri="{BB962C8B-B14F-4D97-AF65-F5344CB8AC3E}">
        <p14:creationId xmlns:p14="http://schemas.microsoft.com/office/powerpoint/2010/main" val="42553351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6D3089-8627-F994-6DDC-541A8A15FF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52FFA9-17A6-BA8C-1794-D591E719FBC3}"/>
              </a:ext>
            </a:extLst>
          </p:cNvPr>
          <p:cNvSpPr>
            <a:spLocks noGrp="1"/>
          </p:cNvSpPr>
          <p:nvPr>
            <p:ph type="title"/>
          </p:nvPr>
        </p:nvSpPr>
        <p:spPr/>
        <p:txBody>
          <a:bodyPr/>
          <a:lstStyle/>
          <a:p>
            <a:r>
              <a:rPr lang="en-US" dirty="0"/>
              <a:t>Standard Machine Learning</a:t>
            </a:r>
          </a:p>
        </p:txBody>
      </p:sp>
      <p:sp>
        <p:nvSpPr>
          <p:cNvPr id="4" name="Date Placeholder 3">
            <a:extLst>
              <a:ext uri="{FF2B5EF4-FFF2-40B4-BE49-F238E27FC236}">
                <a16:creationId xmlns:a16="http://schemas.microsoft.com/office/drawing/2014/main" id="{8290CCC5-D94B-3D8B-1904-9B927CEEB3D1}"/>
              </a:ext>
            </a:extLst>
          </p:cNvPr>
          <p:cNvSpPr>
            <a:spLocks noGrp="1"/>
          </p:cNvSpPr>
          <p:nvPr>
            <p:ph type="dt" sz="half" idx="10"/>
          </p:nvPr>
        </p:nvSpPr>
        <p:spPr/>
        <p:txBody>
          <a:bodyPr/>
          <a:lstStyle/>
          <a:p>
            <a:fld id="{A65404F8-D6E6-4722-A8D7-5A45E730DFCE}" type="datetime4">
              <a:rPr lang="en-US" smtClean="0"/>
              <a:t>December 8, 2025</a:t>
            </a:fld>
            <a:endParaRPr lang="en-US"/>
          </a:p>
        </p:txBody>
      </p:sp>
      <p:sp>
        <p:nvSpPr>
          <p:cNvPr id="5" name="Footer Placeholder 4">
            <a:extLst>
              <a:ext uri="{FF2B5EF4-FFF2-40B4-BE49-F238E27FC236}">
                <a16:creationId xmlns:a16="http://schemas.microsoft.com/office/drawing/2014/main" id="{1D650CA3-5643-85D3-E704-8D367B1A39EE}"/>
              </a:ext>
            </a:extLst>
          </p:cNvPr>
          <p:cNvSpPr>
            <a:spLocks noGrp="1"/>
          </p:cNvSpPr>
          <p:nvPr>
            <p:ph type="ftr" sz="quarter" idx="11"/>
          </p:nvPr>
        </p:nvSpPr>
        <p:spPr/>
        <p:txBody>
          <a:bodyPr/>
          <a:lstStyle/>
          <a:p>
            <a:pPr algn="ctr"/>
            <a:endParaRPr lang="es-MX"/>
          </a:p>
        </p:txBody>
      </p:sp>
      <p:sp>
        <p:nvSpPr>
          <p:cNvPr id="6" name="Slide Number Placeholder 5">
            <a:extLst>
              <a:ext uri="{FF2B5EF4-FFF2-40B4-BE49-F238E27FC236}">
                <a16:creationId xmlns:a16="http://schemas.microsoft.com/office/drawing/2014/main" id="{FC2BB86C-07D9-BE39-E848-2659B4BEE412}"/>
              </a:ext>
            </a:extLst>
          </p:cNvPr>
          <p:cNvSpPr>
            <a:spLocks noGrp="1"/>
          </p:cNvSpPr>
          <p:nvPr>
            <p:ph type="sldNum" sz="quarter" idx="12"/>
          </p:nvPr>
        </p:nvSpPr>
        <p:spPr/>
        <p:txBody>
          <a:bodyPr/>
          <a:lstStyle/>
          <a:p>
            <a:fld id="{A41831D9-926B-4302-A6F7-54B31F00B9E1}" type="slidenum">
              <a:rPr lang="es-MX" smtClean="0"/>
              <a:pPr/>
              <a:t>2</a:t>
            </a:fld>
            <a:endParaRPr lang="es-MX"/>
          </a:p>
        </p:txBody>
      </p:sp>
      <p:sp>
        <p:nvSpPr>
          <p:cNvPr id="8" name="Text Placeholder 7">
            <a:extLst>
              <a:ext uri="{FF2B5EF4-FFF2-40B4-BE49-F238E27FC236}">
                <a16:creationId xmlns:a16="http://schemas.microsoft.com/office/drawing/2014/main" id="{19C0838F-63FA-A3CD-E7F7-10A826BB0374}"/>
              </a:ext>
            </a:extLst>
          </p:cNvPr>
          <p:cNvSpPr>
            <a:spLocks noGrp="1"/>
          </p:cNvSpPr>
          <p:nvPr>
            <p:ph type="body" sz="quarter" idx="13"/>
          </p:nvPr>
        </p:nvSpPr>
        <p:spPr/>
        <p:txBody>
          <a:bodyPr/>
          <a:lstStyle/>
          <a:p>
            <a:r>
              <a:rPr lang="en-US" dirty="0">
                <a:hlinkClick r:id="rId2"/>
              </a:rPr>
              <a:t>https://flower.ai/docs/framework/tutorial-series-what-is-federated-learning.html#federated-learning</a:t>
            </a:r>
            <a:endParaRPr lang="en-US" dirty="0"/>
          </a:p>
        </p:txBody>
      </p:sp>
      <p:pic>
        <p:nvPicPr>
          <p:cNvPr id="12" name="Picture 11">
            <a:extLst>
              <a:ext uri="{FF2B5EF4-FFF2-40B4-BE49-F238E27FC236}">
                <a16:creationId xmlns:a16="http://schemas.microsoft.com/office/drawing/2014/main" id="{0876A28D-C5A1-3C01-8ABB-742F3E17CDD8}"/>
              </a:ext>
            </a:extLst>
          </p:cNvPr>
          <p:cNvPicPr>
            <a:picLocks noChangeAspect="1"/>
          </p:cNvPicPr>
          <p:nvPr/>
        </p:nvPicPr>
        <p:blipFill>
          <a:blip r:embed="rId3"/>
          <a:stretch>
            <a:fillRect/>
          </a:stretch>
        </p:blipFill>
        <p:spPr>
          <a:xfrm>
            <a:off x="319118" y="2459944"/>
            <a:ext cx="5353379" cy="1938112"/>
          </a:xfrm>
          <a:prstGeom prst="rect">
            <a:avLst/>
          </a:prstGeom>
        </p:spPr>
      </p:pic>
      <p:pic>
        <p:nvPicPr>
          <p:cNvPr id="14" name="Picture 13">
            <a:extLst>
              <a:ext uri="{FF2B5EF4-FFF2-40B4-BE49-F238E27FC236}">
                <a16:creationId xmlns:a16="http://schemas.microsoft.com/office/drawing/2014/main" id="{80A7B512-A416-9F59-C0EF-0EA59DCBAACD}"/>
              </a:ext>
            </a:extLst>
          </p:cNvPr>
          <p:cNvPicPr>
            <a:picLocks noChangeAspect="1"/>
          </p:cNvPicPr>
          <p:nvPr/>
        </p:nvPicPr>
        <p:blipFill>
          <a:blip r:embed="rId4"/>
          <a:stretch>
            <a:fillRect/>
          </a:stretch>
        </p:blipFill>
        <p:spPr>
          <a:xfrm>
            <a:off x="5866298" y="2064586"/>
            <a:ext cx="6027039" cy="3025574"/>
          </a:xfrm>
          <a:prstGeom prst="rect">
            <a:avLst/>
          </a:prstGeom>
        </p:spPr>
      </p:pic>
      <p:sp>
        <p:nvSpPr>
          <p:cNvPr id="19" name="TextBox 18">
            <a:extLst>
              <a:ext uri="{FF2B5EF4-FFF2-40B4-BE49-F238E27FC236}">
                <a16:creationId xmlns:a16="http://schemas.microsoft.com/office/drawing/2014/main" id="{3520F215-A71B-EEB9-4E8D-39A46A8C141E}"/>
              </a:ext>
            </a:extLst>
          </p:cNvPr>
          <p:cNvSpPr txBox="1"/>
          <p:nvPr/>
        </p:nvSpPr>
        <p:spPr>
          <a:xfrm>
            <a:off x="630328" y="5167312"/>
            <a:ext cx="5465672" cy="646331"/>
          </a:xfrm>
          <a:prstGeom prst="rect">
            <a:avLst/>
          </a:prstGeom>
          <a:noFill/>
        </p:spPr>
        <p:txBody>
          <a:bodyPr wrap="square" rtlCol="0">
            <a:spAutoFit/>
          </a:bodyPr>
          <a:lstStyle/>
          <a:p>
            <a:r>
              <a:rPr lang="en-US" b="1" dirty="0"/>
              <a:t>Model trained using a single source of data</a:t>
            </a:r>
          </a:p>
          <a:p>
            <a:endParaRPr lang="en-US" dirty="0"/>
          </a:p>
        </p:txBody>
      </p:sp>
      <p:sp>
        <p:nvSpPr>
          <p:cNvPr id="20" name="TextBox 19">
            <a:extLst>
              <a:ext uri="{FF2B5EF4-FFF2-40B4-BE49-F238E27FC236}">
                <a16:creationId xmlns:a16="http://schemas.microsoft.com/office/drawing/2014/main" id="{C6B3FE43-0B77-0183-F99A-B2BAD5B400D4}"/>
              </a:ext>
            </a:extLst>
          </p:cNvPr>
          <p:cNvSpPr txBox="1"/>
          <p:nvPr/>
        </p:nvSpPr>
        <p:spPr>
          <a:xfrm>
            <a:off x="7133221" y="5167312"/>
            <a:ext cx="4760116" cy="369332"/>
          </a:xfrm>
          <a:prstGeom prst="rect">
            <a:avLst/>
          </a:prstGeom>
          <a:noFill/>
        </p:spPr>
        <p:txBody>
          <a:bodyPr wrap="square" rtlCol="0">
            <a:spAutoFit/>
          </a:bodyPr>
          <a:lstStyle/>
          <a:p>
            <a:r>
              <a:rPr lang="en-US" b="1" dirty="0"/>
              <a:t>Multiple sources for the same data class</a:t>
            </a:r>
            <a:endParaRPr lang="en-US" dirty="0"/>
          </a:p>
        </p:txBody>
      </p:sp>
    </p:spTree>
    <p:extLst>
      <p:ext uri="{BB962C8B-B14F-4D97-AF65-F5344CB8AC3E}">
        <p14:creationId xmlns:p14="http://schemas.microsoft.com/office/powerpoint/2010/main" val="23672567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550A1-B517-79F9-4CEC-9E394E58FB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63D573-034E-C56B-AC24-C11C5048D39E}"/>
              </a:ext>
            </a:extLst>
          </p:cNvPr>
          <p:cNvSpPr>
            <a:spLocks noGrp="1"/>
          </p:cNvSpPr>
          <p:nvPr>
            <p:ph type="title"/>
          </p:nvPr>
        </p:nvSpPr>
        <p:spPr/>
        <p:txBody>
          <a:bodyPr/>
          <a:lstStyle/>
          <a:p>
            <a:r>
              <a:rPr lang="en-US" dirty="0"/>
              <a:t>Standard Machine Learning</a:t>
            </a:r>
          </a:p>
        </p:txBody>
      </p:sp>
      <p:sp>
        <p:nvSpPr>
          <p:cNvPr id="4" name="Date Placeholder 3">
            <a:extLst>
              <a:ext uri="{FF2B5EF4-FFF2-40B4-BE49-F238E27FC236}">
                <a16:creationId xmlns:a16="http://schemas.microsoft.com/office/drawing/2014/main" id="{592BE808-5F9E-5DC9-EB8E-BCDC49694966}"/>
              </a:ext>
            </a:extLst>
          </p:cNvPr>
          <p:cNvSpPr>
            <a:spLocks noGrp="1"/>
          </p:cNvSpPr>
          <p:nvPr>
            <p:ph type="dt" sz="half" idx="10"/>
          </p:nvPr>
        </p:nvSpPr>
        <p:spPr/>
        <p:txBody>
          <a:bodyPr/>
          <a:lstStyle/>
          <a:p>
            <a:fld id="{A65404F8-D6E6-4722-A8D7-5A45E730DFCE}" type="datetime4">
              <a:rPr lang="en-US" smtClean="0"/>
              <a:t>December 8, 2025</a:t>
            </a:fld>
            <a:endParaRPr lang="en-US"/>
          </a:p>
        </p:txBody>
      </p:sp>
      <p:sp>
        <p:nvSpPr>
          <p:cNvPr id="5" name="Footer Placeholder 4">
            <a:extLst>
              <a:ext uri="{FF2B5EF4-FFF2-40B4-BE49-F238E27FC236}">
                <a16:creationId xmlns:a16="http://schemas.microsoft.com/office/drawing/2014/main" id="{128393E7-2C9E-079C-C878-BA249DE9C224}"/>
              </a:ext>
            </a:extLst>
          </p:cNvPr>
          <p:cNvSpPr>
            <a:spLocks noGrp="1"/>
          </p:cNvSpPr>
          <p:nvPr>
            <p:ph type="ftr" sz="quarter" idx="11"/>
          </p:nvPr>
        </p:nvSpPr>
        <p:spPr/>
        <p:txBody>
          <a:bodyPr/>
          <a:lstStyle/>
          <a:p>
            <a:pPr algn="ctr"/>
            <a:endParaRPr lang="es-MX"/>
          </a:p>
        </p:txBody>
      </p:sp>
      <p:sp>
        <p:nvSpPr>
          <p:cNvPr id="6" name="Slide Number Placeholder 5">
            <a:extLst>
              <a:ext uri="{FF2B5EF4-FFF2-40B4-BE49-F238E27FC236}">
                <a16:creationId xmlns:a16="http://schemas.microsoft.com/office/drawing/2014/main" id="{B2114340-3D50-4572-2BE5-B2FCFA8D81AB}"/>
              </a:ext>
            </a:extLst>
          </p:cNvPr>
          <p:cNvSpPr>
            <a:spLocks noGrp="1"/>
          </p:cNvSpPr>
          <p:nvPr>
            <p:ph type="sldNum" sz="quarter" idx="12"/>
          </p:nvPr>
        </p:nvSpPr>
        <p:spPr/>
        <p:txBody>
          <a:bodyPr/>
          <a:lstStyle/>
          <a:p>
            <a:fld id="{A41831D9-926B-4302-A6F7-54B31F00B9E1}" type="slidenum">
              <a:rPr lang="es-MX" smtClean="0"/>
              <a:pPr/>
              <a:t>3</a:t>
            </a:fld>
            <a:endParaRPr lang="es-MX"/>
          </a:p>
        </p:txBody>
      </p:sp>
      <p:pic>
        <p:nvPicPr>
          <p:cNvPr id="16" name="Picture 15">
            <a:extLst>
              <a:ext uri="{FF2B5EF4-FFF2-40B4-BE49-F238E27FC236}">
                <a16:creationId xmlns:a16="http://schemas.microsoft.com/office/drawing/2014/main" id="{FEAB0DA5-8555-B846-C82C-503C0E5E991D}"/>
              </a:ext>
            </a:extLst>
          </p:cNvPr>
          <p:cNvPicPr>
            <a:picLocks noChangeAspect="1"/>
          </p:cNvPicPr>
          <p:nvPr/>
        </p:nvPicPr>
        <p:blipFill>
          <a:blip r:embed="rId2"/>
          <a:stretch>
            <a:fillRect/>
          </a:stretch>
        </p:blipFill>
        <p:spPr>
          <a:xfrm>
            <a:off x="319118" y="1952625"/>
            <a:ext cx="5562856" cy="3138881"/>
          </a:xfrm>
          <a:prstGeom prst="rect">
            <a:avLst/>
          </a:prstGeom>
        </p:spPr>
      </p:pic>
      <p:pic>
        <p:nvPicPr>
          <p:cNvPr id="7" name="Picture 6">
            <a:extLst>
              <a:ext uri="{FF2B5EF4-FFF2-40B4-BE49-F238E27FC236}">
                <a16:creationId xmlns:a16="http://schemas.microsoft.com/office/drawing/2014/main" id="{3CFB4C79-9DFD-E9C2-0CE2-22FB2566CC13}"/>
              </a:ext>
            </a:extLst>
          </p:cNvPr>
          <p:cNvPicPr>
            <a:picLocks noChangeAspect="1"/>
          </p:cNvPicPr>
          <p:nvPr/>
        </p:nvPicPr>
        <p:blipFill>
          <a:blip r:embed="rId3"/>
          <a:stretch>
            <a:fillRect/>
          </a:stretch>
        </p:blipFill>
        <p:spPr>
          <a:xfrm>
            <a:off x="6996264" y="1690688"/>
            <a:ext cx="4876616" cy="3551982"/>
          </a:xfrm>
          <a:prstGeom prst="rect">
            <a:avLst/>
          </a:prstGeom>
        </p:spPr>
      </p:pic>
      <p:sp>
        <p:nvSpPr>
          <p:cNvPr id="9" name="TextBox 8">
            <a:extLst>
              <a:ext uri="{FF2B5EF4-FFF2-40B4-BE49-F238E27FC236}">
                <a16:creationId xmlns:a16="http://schemas.microsoft.com/office/drawing/2014/main" id="{40646A91-E553-6322-65F1-BE28E760DC15}"/>
              </a:ext>
            </a:extLst>
          </p:cNvPr>
          <p:cNvSpPr txBox="1"/>
          <p:nvPr/>
        </p:nvSpPr>
        <p:spPr>
          <a:xfrm>
            <a:off x="630328" y="5167312"/>
            <a:ext cx="5465672" cy="369332"/>
          </a:xfrm>
          <a:prstGeom prst="rect">
            <a:avLst/>
          </a:prstGeom>
          <a:noFill/>
        </p:spPr>
        <p:txBody>
          <a:bodyPr wrap="square" rtlCol="0">
            <a:spAutoFit/>
          </a:bodyPr>
          <a:lstStyle/>
          <a:p>
            <a:r>
              <a:rPr lang="en-US" b="1" dirty="0"/>
              <a:t>Data collected in a centralized server</a:t>
            </a:r>
            <a:endParaRPr lang="en-US" dirty="0"/>
          </a:p>
        </p:txBody>
      </p:sp>
      <p:sp>
        <p:nvSpPr>
          <p:cNvPr id="10" name="TextBox 9">
            <a:extLst>
              <a:ext uri="{FF2B5EF4-FFF2-40B4-BE49-F238E27FC236}">
                <a16:creationId xmlns:a16="http://schemas.microsoft.com/office/drawing/2014/main" id="{4E02C380-E5EE-C7D4-4E86-017534B04942}"/>
              </a:ext>
            </a:extLst>
          </p:cNvPr>
          <p:cNvSpPr txBox="1"/>
          <p:nvPr/>
        </p:nvSpPr>
        <p:spPr>
          <a:xfrm>
            <a:off x="7133221" y="5167312"/>
            <a:ext cx="4760116" cy="369332"/>
          </a:xfrm>
          <a:prstGeom prst="rect">
            <a:avLst/>
          </a:prstGeom>
          <a:noFill/>
        </p:spPr>
        <p:txBody>
          <a:bodyPr wrap="square" rtlCol="0">
            <a:spAutoFit/>
          </a:bodyPr>
          <a:lstStyle/>
          <a:p>
            <a:r>
              <a:rPr lang="en-US" b="1" dirty="0"/>
              <a:t>Model trained using central server data</a:t>
            </a:r>
            <a:endParaRPr lang="en-US" dirty="0"/>
          </a:p>
        </p:txBody>
      </p:sp>
      <p:sp>
        <p:nvSpPr>
          <p:cNvPr id="11" name="Text Placeholder 7">
            <a:extLst>
              <a:ext uri="{FF2B5EF4-FFF2-40B4-BE49-F238E27FC236}">
                <a16:creationId xmlns:a16="http://schemas.microsoft.com/office/drawing/2014/main" id="{948A78C6-7FD6-6BE3-AAD9-2254123EAC0B}"/>
              </a:ext>
            </a:extLst>
          </p:cNvPr>
          <p:cNvSpPr>
            <a:spLocks noGrp="1"/>
          </p:cNvSpPr>
          <p:nvPr>
            <p:ph type="body" sz="quarter" idx="13"/>
          </p:nvPr>
        </p:nvSpPr>
        <p:spPr>
          <a:xfrm>
            <a:off x="319118" y="6094413"/>
            <a:ext cx="11574219" cy="261937"/>
          </a:xfrm>
        </p:spPr>
        <p:txBody>
          <a:bodyPr/>
          <a:lstStyle/>
          <a:p>
            <a:r>
              <a:rPr lang="en-US" dirty="0">
                <a:hlinkClick r:id="rId4"/>
              </a:rPr>
              <a:t>https://flower.ai/docs/framework/tutorial-series-what-is-federated-learning.html#federated-learning</a:t>
            </a:r>
            <a:endParaRPr lang="en-US" dirty="0"/>
          </a:p>
        </p:txBody>
      </p:sp>
    </p:spTree>
    <p:extLst>
      <p:ext uri="{BB962C8B-B14F-4D97-AF65-F5344CB8AC3E}">
        <p14:creationId xmlns:p14="http://schemas.microsoft.com/office/powerpoint/2010/main" val="3860404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704F5F-1FA6-EDFB-8959-C37CB839AC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261C5E-1FA0-8512-7F11-5585CC7809C3}"/>
              </a:ext>
            </a:extLst>
          </p:cNvPr>
          <p:cNvSpPr>
            <a:spLocks noGrp="1"/>
          </p:cNvSpPr>
          <p:nvPr>
            <p:ph type="title"/>
          </p:nvPr>
        </p:nvSpPr>
        <p:spPr/>
        <p:txBody>
          <a:bodyPr/>
          <a:lstStyle/>
          <a:p>
            <a:r>
              <a:rPr lang="en-US" dirty="0"/>
              <a:t>Standard Machine Learning: Limitations</a:t>
            </a:r>
          </a:p>
        </p:txBody>
      </p:sp>
      <p:sp>
        <p:nvSpPr>
          <p:cNvPr id="4" name="Date Placeholder 3">
            <a:extLst>
              <a:ext uri="{FF2B5EF4-FFF2-40B4-BE49-F238E27FC236}">
                <a16:creationId xmlns:a16="http://schemas.microsoft.com/office/drawing/2014/main" id="{AE90BE8B-BFA9-5987-FF9D-9141F7B78B91}"/>
              </a:ext>
            </a:extLst>
          </p:cNvPr>
          <p:cNvSpPr>
            <a:spLocks noGrp="1"/>
          </p:cNvSpPr>
          <p:nvPr>
            <p:ph type="dt" sz="half" idx="10"/>
          </p:nvPr>
        </p:nvSpPr>
        <p:spPr/>
        <p:txBody>
          <a:bodyPr/>
          <a:lstStyle/>
          <a:p>
            <a:fld id="{A65404F8-D6E6-4722-A8D7-5A45E730DFCE}" type="datetime4">
              <a:rPr lang="en-US" smtClean="0"/>
              <a:t>December 8, 2025</a:t>
            </a:fld>
            <a:endParaRPr lang="en-US"/>
          </a:p>
        </p:txBody>
      </p:sp>
      <p:sp>
        <p:nvSpPr>
          <p:cNvPr id="5" name="Footer Placeholder 4">
            <a:extLst>
              <a:ext uri="{FF2B5EF4-FFF2-40B4-BE49-F238E27FC236}">
                <a16:creationId xmlns:a16="http://schemas.microsoft.com/office/drawing/2014/main" id="{017FB72B-96E5-2523-6838-CC4DF91FAE96}"/>
              </a:ext>
            </a:extLst>
          </p:cNvPr>
          <p:cNvSpPr>
            <a:spLocks noGrp="1"/>
          </p:cNvSpPr>
          <p:nvPr>
            <p:ph type="ftr" sz="quarter" idx="11"/>
          </p:nvPr>
        </p:nvSpPr>
        <p:spPr/>
        <p:txBody>
          <a:bodyPr/>
          <a:lstStyle/>
          <a:p>
            <a:pPr algn="ctr"/>
            <a:endParaRPr lang="es-MX"/>
          </a:p>
        </p:txBody>
      </p:sp>
      <p:sp>
        <p:nvSpPr>
          <p:cNvPr id="6" name="Slide Number Placeholder 5">
            <a:extLst>
              <a:ext uri="{FF2B5EF4-FFF2-40B4-BE49-F238E27FC236}">
                <a16:creationId xmlns:a16="http://schemas.microsoft.com/office/drawing/2014/main" id="{C7937658-F5B6-FA09-7F97-646D72CDB341}"/>
              </a:ext>
            </a:extLst>
          </p:cNvPr>
          <p:cNvSpPr>
            <a:spLocks noGrp="1"/>
          </p:cNvSpPr>
          <p:nvPr>
            <p:ph type="sldNum" sz="quarter" idx="12"/>
          </p:nvPr>
        </p:nvSpPr>
        <p:spPr/>
        <p:txBody>
          <a:bodyPr/>
          <a:lstStyle/>
          <a:p>
            <a:fld id="{A41831D9-926B-4302-A6F7-54B31F00B9E1}" type="slidenum">
              <a:rPr lang="es-MX" smtClean="0"/>
              <a:pPr/>
              <a:t>4</a:t>
            </a:fld>
            <a:endParaRPr lang="es-MX"/>
          </a:p>
        </p:txBody>
      </p:sp>
      <p:pic>
        <p:nvPicPr>
          <p:cNvPr id="9" name="Picture 8">
            <a:extLst>
              <a:ext uri="{FF2B5EF4-FFF2-40B4-BE49-F238E27FC236}">
                <a16:creationId xmlns:a16="http://schemas.microsoft.com/office/drawing/2014/main" id="{A9125B18-9B1B-9B55-1073-B4CABA16B783}"/>
              </a:ext>
            </a:extLst>
          </p:cNvPr>
          <p:cNvPicPr>
            <a:picLocks noChangeAspect="1"/>
          </p:cNvPicPr>
          <p:nvPr/>
        </p:nvPicPr>
        <p:blipFill>
          <a:blip r:embed="rId2"/>
          <a:stretch>
            <a:fillRect/>
          </a:stretch>
        </p:blipFill>
        <p:spPr>
          <a:xfrm>
            <a:off x="319118" y="2429557"/>
            <a:ext cx="5183034" cy="2355925"/>
          </a:xfrm>
          <a:prstGeom prst="rect">
            <a:avLst/>
          </a:prstGeom>
        </p:spPr>
      </p:pic>
      <p:sp>
        <p:nvSpPr>
          <p:cNvPr id="10" name="TextBox 9">
            <a:extLst>
              <a:ext uri="{FF2B5EF4-FFF2-40B4-BE49-F238E27FC236}">
                <a16:creationId xmlns:a16="http://schemas.microsoft.com/office/drawing/2014/main" id="{50CF500A-A083-32EE-8F33-907915572B37}"/>
              </a:ext>
            </a:extLst>
          </p:cNvPr>
          <p:cNvSpPr txBox="1"/>
          <p:nvPr/>
        </p:nvSpPr>
        <p:spPr>
          <a:xfrm>
            <a:off x="5836459" y="1735855"/>
            <a:ext cx="6257217" cy="3970318"/>
          </a:xfrm>
          <a:prstGeom prst="rect">
            <a:avLst/>
          </a:prstGeom>
          <a:noFill/>
        </p:spPr>
        <p:txBody>
          <a:bodyPr wrap="square" rtlCol="0">
            <a:spAutoFit/>
          </a:bodyPr>
          <a:lstStyle/>
          <a:p>
            <a:r>
              <a:rPr lang="en-US" dirty="0"/>
              <a:t>There are many reasons why the centralized machine learning approach does not work:</a:t>
            </a:r>
          </a:p>
          <a:p>
            <a:endParaRPr lang="en-US" dirty="0"/>
          </a:p>
          <a:p>
            <a:pPr marL="342900" indent="-342900">
              <a:buFont typeface="+mj-lt"/>
              <a:buAutoNum type="arabicPeriod"/>
            </a:pPr>
            <a:r>
              <a:rPr lang="en-US" dirty="0"/>
              <a:t>Regulations</a:t>
            </a:r>
          </a:p>
          <a:p>
            <a:pPr marL="342900" indent="-342900">
              <a:buFont typeface="+mj-lt"/>
              <a:buAutoNum type="arabicPeriod"/>
            </a:pPr>
            <a:r>
              <a:rPr lang="en-US" dirty="0"/>
              <a:t>User Preference</a:t>
            </a:r>
          </a:p>
          <a:p>
            <a:pPr marL="342900" indent="-342900">
              <a:buFont typeface="+mj-lt"/>
              <a:buAutoNum type="arabicPeriod"/>
            </a:pPr>
            <a:r>
              <a:rPr lang="en-US" dirty="0"/>
              <a:t>Data Volume</a:t>
            </a:r>
          </a:p>
          <a:p>
            <a:endParaRPr lang="en-US" dirty="0"/>
          </a:p>
          <a:p>
            <a:r>
              <a:rPr lang="en-US" dirty="0"/>
              <a:t>Examples where centralized machine learning does not work include:</a:t>
            </a:r>
          </a:p>
          <a:p>
            <a:endParaRPr lang="en-US" dirty="0"/>
          </a:p>
          <a:p>
            <a:pPr marL="342900" indent="-342900">
              <a:buFont typeface="+mj-lt"/>
              <a:buAutoNum type="arabicPeriod"/>
            </a:pPr>
            <a:r>
              <a:rPr lang="en-US" dirty="0"/>
              <a:t>Sensitive healthcare data</a:t>
            </a:r>
          </a:p>
          <a:p>
            <a:pPr marL="342900" indent="-342900">
              <a:buFont typeface="+mj-lt"/>
              <a:buAutoNum type="arabicPeriod"/>
            </a:pPr>
            <a:r>
              <a:rPr lang="en-US" dirty="0"/>
              <a:t>Financial information from different organizations</a:t>
            </a:r>
          </a:p>
          <a:p>
            <a:pPr marL="342900" indent="-342900">
              <a:buFont typeface="+mj-lt"/>
              <a:buAutoNum type="arabicPeriod"/>
            </a:pPr>
            <a:endParaRPr lang="en-US" dirty="0"/>
          </a:p>
          <a:p>
            <a:r>
              <a:rPr lang="en-US" b="1" dirty="0"/>
              <a:t>Users care about privacy!!</a:t>
            </a:r>
          </a:p>
        </p:txBody>
      </p:sp>
      <p:sp>
        <p:nvSpPr>
          <p:cNvPr id="12" name="Text Placeholder 7">
            <a:extLst>
              <a:ext uri="{FF2B5EF4-FFF2-40B4-BE49-F238E27FC236}">
                <a16:creationId xmlns:a16="http://schemas.microsoft.com/office/drawing/2014/main" id="{9D55EEFE-2ABE-7528-36CE-925CB48073B2}"/>
              </a:ext>
            </a:extLst>
          </p:cNvPr>
          <p:cNvSpPr>
            <a:spLocks noGrp="1"/>
          </p:cNvSpPr>
          <p:nvPr>
            <p:ph type="body" sz="quarter" idx="13"/>
          </p:nvPr>
        </p:nvSpPr>
        <p:spPr>
          <a:xfrm>
            <a:off x="319118" y="6094413"/>
            <a:ext cx="11574219" cy="261937"/>
          </a:xfrm>
        </p:spPr>
        <p:txBody>
          <a:bodyPr/>
          <a:lstStyle/>
          <a:p>
            <a:r>
              <a:rPr lang="en-US" dirty="0">
                <a:hlinkClick r:id="rId3"/>
              </a:rPr>
              <a:t>https://flower.ai/docs/framework/tutorial-series-what-is-federated-learning.html#federated-learning</a:t>
            </a:r>
            <a:endParaRPr lang="en-US" dirty="0"/>
          </a:p>
        </p:txBody>
      </p:sp>
    </p:spTree>
    <p:extLst>
      <p:ext uri="{BB962C8B-B14F-4D97-AF65-F5344CB8AC3E}">
        <p14:creationId xmlns:p14="http://schemas.microsoft.com/office/powerpoint/2010/main" val="39640884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
                                            <p:txEl>
                                              <p:pRg st="8" end="8"/>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0">
                                            <p:txEl>
                                              <p:pRg st="9" end="9"/>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0">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72EC10-72EF-DB7A-399A-2923CF9D8E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BA391B-16D4-230A-6363-0C8AAB596E45}"/>
              </a:ext>
            </a:extLst>
          </p:cNvPr>
          <p:cNvSpPr>
            <a:spLocks noGrp="1"/>
          </p:cNvSpPr>
          <p:nvPr>
            <p:ph type="title"/>
          </p:nvPr>
        </p:nvSpPr>
        <p:spPr/>
        <p:txBody>
          <a:bodyPr/>
          <a:lstStyle/>
          <a:p>
            <a:r>
              <a:rPr lang="en-US" dirty="0"/>
              <a:t>Federated Learning</a:t>
            </a:r>
          </a:p>
        </p:txBody>
      </p:sp>
      <p:sp>
        <p:nvSpPr>
          <p:cNvPr id="4" name="Date Placeholder 3">
            <a:extLst>
              <a:ext uri="{FF2B5EF4-FFF2-40B4-BE49-F238E27FC236}">
                <a16:creationId xmlns:a16="http://schemas.microsoft.com/office/drawing/2014/main" id="{FB27CCB8-B1DD-6404-A0CE-7769569E317B}"/>
              </a:ext>
            </a:extLst>
          </p:cNvPr>
          <p:cNvSpPr>
            <a:spLocks noGrp="1"/>
          </p:cNvSpPr>
          <p:nvPr>
            <p:ph type="dt" sz="half" idx="10"/>
          </p:nvPr>
        </p:nvSpPr>
        <p:spPr/>
        <p:txBody>
          <a:bodyPr/>
          <a:lstStyle/>
          <a:p>
            <a:fld id="{A65404F8-D6E6-4722-A8D7-5A45E730DFCE}" type="datetime4">
              <a:rPr lang="en-US" smtClean="0"/>
              <a:t>December 8, 2025</a:t>
            </a:fld>
            <a:endParaRPr lang="en-US"/>
          </a:p>
        </p:txBody>
      </p:sp>
      <p:sp>
        <p:nvSpPr>
          <p:cNvPr id="5" name="Footer Placeholder 4">
            <a:extLst>
              <a:ext uri="{FF2B5EF4-FFF2-40B4-BE49-F238E27FC236}">
                <a16:creationId xmlns:a16="http://schemas.microsoft.com/office/drawing/2014/main" id="{3275C3C4-7793-2437-7CD9-1720DCA6A58E}"/>
              </a:ext>
            </a:extLst>
          </p:cNvPr>
          <p:cNvSpPr>
            <a:spLocks noGrp="1"/>
          </p:cNvSpPr>
          <p:nvPr>
            <p:ph type="ftr" sz="quarter" idx="11"/>
          </p:nvPr>
        </p:nvSpPr>
        <p:spPr/>
        <p:txBody>
          <a:bodyPr/>
          <a:lstStyle/>
          <a:p>
            <a:pPr algn="ctr"/>
            <a:endParaRPr lang="es-MX"/>
          </a:p>
        </p:txBody>
      </p:sp>
      <p:sp>
        <p:nvSpPr>
          <p:cNvPr id="6" name="Slide Number Placeholder 5">
            <a:extLst>
              <a:ext uri="{FF2B5EF4-FFF2-40B4-BE49-F238E27FC236}">
                <a16:creationId xmlns:a16="http://schemas.microsoft.com/office/drawing/2014/main" id="{B9509AE0-497C-7E5F-D0AB-85493EA2DD85}"/>
              </a:ext>
            </a:extLst>
          </p:cNvPr>
          <p:cNvSpPr>
            <a:spLocks noGrp="1"/>
          </p:cNvSpPr>
          <p:nvPr>
            <p:ph type="sldNum" sz="quarter" idx="12"/>
          </p:nvPr>
        </p:nvSpPr>
        <p:spPr/>
        <p:txBody>
          <a:bodyPr/>
          <a:lstStyle/>
          <a:p>
            <a:fld id="{A41831D9-926B-4302-A6F7-54B31F00B9E1}" type="slidenum">
              <a:rPr lang="es-MX" smtClean="0"/>
              <a:pPr/>
              <a:t>5</a:t>
            </a:fld>
            <a:endParaRPr lang="es-MX"/>
          </a:p>
        </p:txBody>
      </p:sp>
      <p:sp>
        <p:nvSpPr>
          <p:cNvPr id="7" name="TextBox 6">
            <a:extLst>
              <a:ext uri="{FF2B5EF4-FFF2-40B4-BE49-F238E27FC236}">
                <a16:creationId xmlns:a16="http://schemas.microsoft.com/office/drawing/2014/main" id="{8282A684-3BBA-E9CB-DEF7-D02C8D3AFB1D}"/>
              </a:ext>
            </a:extLst>
          </p:cNvPr>
          <p:cNvSpPr txBox="1"/>
          <p:nvPr/>
        </p:nvSpPr>
        <p:spPr>
          <a:xfrm>
            <a:off x="319118" y="1614790"/>
            <a:ext cx="11372228" cy="646331"/>
          </a:xfrm>
          <a:prstGeom prst="rect">
            <a:avLst/>
          </a:prstGeom>
          <a:noFill/>
        </p:spPr>
        <p:txBody>
          <a:bodyPr wrap="square">
            <a:spAutoFit/>
          </a:bodyPr>
          <a:lstStyle/>
          <a:p>
            <a:r>
              <a:rPr lang="en-US" dirty="0"/>
              <a:t>Federated Learning simply reverses this approach. It enables machine learning on distributed data by moving the training to the data, instead of moving the data to the training.</a:t>
            </a:r>
          </a:p>
        </p:txBody>
      </p:sp>
      <p:pic>
        <p:nvPicPr>
          <p:cNvPr id="10" name="Picture 9">
            <a:extLst>
              <a:ext uri="{FF2B5EF4-FFF2-40B4-BE49-F238E27FC236}">
                <a16:creationId xmlns:a16="http://schemas.microsoft.com/office/drawing/2014/main" id="{BF0491EE-862C-6364-9056-6103FCBE7C0D}"/>
              </a:ext>
            </a:extLst>
          </p:cNvPr>
          <p:cNvPicPr>
            <a:picLocks noChangeAspect="1"/>
          </p:cNvPicPr>
          <p:nvPr/>
        </p:nvPicPr>
        <p:blipFill>
          <a:blip r:embed="rId3"/>
          <a:stretch>
            <a:fillRect/>
          </a:stretch>
        </p:blipFill>
        <p:spPr>
          <a:xfrm>
            <a:off x="211519" y="2541890"/>
            <a:ext cx="5465672" cy="2701320"/>
          </a:xfrm>
          <a:prstGeom prst="rect">
            <a:avLst/>
          </a:prstGeom>
        </p:spPr>
      </p:pic>
      <p:pic>
        <p:nvPicPr>
          <p:cNvPr id="12" name="Picture 11">
            <a:extLst>
              <a:ext uri="{FF2B5EF4-FFF2-40B4-BE49-F238E27FC236}">
                <a16:creationId xmlns:a16="http://schemas.microsoft.com/office/drawing/2014/main" id="{841F24C1-D457-F881-7781-B0934B8BB908}"/>
              </a:ext>
            </a:extLst>
          </p:cNvPr>
          <p:cNvPicPr>
            <a:picLocks noChangeAspect="1"/>
          </p:cNvPicPr>
          <p:nvPr/>
        </p:nvPicPr>
        <p:blipFill>
          <a:blip r:embed="rId4"/>
          <a:stretch>
            <a:fillRect/>
          </a:stretch>
        </p:blipFill>
        <p:spPr>
          <a:xfrm>
            <a:off x="7005283" y="2736795"/>
            <a:ext cx="4888054" cy="2611010"/>
          </a:xfrm>
          <a:prstGeom prst="rect">
            <a:avLst/>
          </a:prstGeom>
        </p:spPr>
      </p:pic>
      <p:sp>
        <p:nvSpPr>
          <p:cNvPr id="13" name="TextBox 12">
            <a:extLst>
              <a:ext uri="{FF2B5EF4-FFF2-40B4-BE49-F238E27FC236}">
                <a16:creationId xmlns:a16="http://schemas.microsoft.com/office/drawing/2014/main" id="{536A412D-238C-A397-C13D-06800F726BFE}"/>
              </a:ext>
            </a:extLst>
          </p:cNvPr>
          <p:cNvSpPr txBox="1"/>
          <p:nvPr/>
        </p:nvSpPr>
        <p:spPr>
          <a:xfrm>
            <a:off x="521109" y="5259444"/>
            <a:ext cx="5465672" cy="923330"/>
          </a:xfrm>
          <a:prstGeom prst="rect">
            <a:avLst/>
          </a:prstGeom>
          <a:noFill/>
        </p:spPr>
        <p:txBody>
          <a:bodyPr wrap="square" rtlCol="0">
            <a:spAutoFit/>
          </a:bodyPr>
          <a:lstStyle/>
          <a:p>
            <a:r>
              <a:rPr lang="en-US" b="1" dirty="0"/>
              <a:t>Send model to connected organizations/devices (client nodes)</a:t>
            </a:r>
          </a:p>
          <a:p>
            <a:endParaRPr lang="en-US" dirty="0"/>
          </a:p>
        </p:txBody>
      </p:sp>
      <p:sp>
        <p:nvSpPr>
          <p:cNvPr id="14" name="TextBox 13">
            <a:extLst>
              <a:ext uri="{FF2B5EF4-FFF2-40B4-BE49-F238E27FC236}">
                <a16:creationId xmlns:a16="http://schemas.microsoft.com/office/drawing/2014/main" id="{4CAF956B-B027-74A0-3F2B-D5C62925C056}"/>
              </a:ext>
            </a:extLst>
          </p:cNvPr>
          <p:cNvSpPr txBox="1"/>
          <p:nvPr/>
        </p:nvSpPr>
        <p:spPr>
          <a:xfrm>
            <a:off x="6694856" y="5259444"/>
            <a:ext cx="5178026" cy="923330"/>
          </a:xfrm>
          <a:prstGeom prst="rect">
            <a:avLst/>
          </a:prstGeom>
          <a:noFill/>
        </p:spPr>
        <p:txBody>
          <a:bodyPr wrap="square" rtlCol="0">
            <a:spAutoFit/>
          </a:bodyPr>
          <a:lstStyle/>
          <a:p>
            <a:r>
              <a:rPr lang="en-US" b="1" dirty="0"/>
              <a:t>Train model locally on the data of each client node</a:t>
            </a:r>
          </a:p>
          <a:p>
            <a:endParaRPr lang="en-US" dirty="0"/>
          </a:p>
        </p:txBody>
      </p:sp>
      <p:sp>
        <p:nvSpPr>
          <p:cNvPr id="15" name="Text Placeholder 7">
            <a:extLst>
              <a:ext uri="{FF2B5EF4-FFF2-40B4-BE49-F238E27FC236}">
                <a16:creationId xmlns:a16="http://schemas.microsoft.com/office/drawing/2014/main" id="{706553F9-5A3A-A9C2-E39F-22CB599F1A0B}"/>
              </a:ext>
            </a:extLst>
          </p:cNvPr>
          <p:cNvSpPr>
            <a:spLocks noGrp="1"/>
          </p:cNvSpPr>
          <p:nvPr>
            <p:ph type="body" sz="quarter" idx="13"/>
          </p:nvPr>
        </p:nvSpPr>
        <p:spPr>
          <a:xfrm>
            <a:off x="319118" y="6094413"/>
            <a:ext cx="11574219" cy="261937"/>
          </a:xfrm>
        </p:spPr>
        <p:txBody>
          <a:bodyPr/>
          <a:lstStyle/>
          <a:p>
            <a:r>
              <a:rPr lang="en-US" dirty="0">
                <a:hlinkClick r:id="rId5"/>
              </a:rPr>
              <a:t>https://flower.ai/docs/framework/tutorial-series-what-is-federated-learning.html#federated-learning</a:t>
            </a:r>
            <a:endParaRPr lang="en-US" dirty="0"/>
          </a:p>
        </p:txBody>
      </p:sp>
    </p:spTree>
    <p:extLst>
      <p:ext uri="{BB962C8B-B14F-4D97-AF65-F5344CB8AC3E}">
        <p14:creationId xmlns:p14="http://schemas.microsoft.com/office/powerpoint/2010/main" val="26229151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5911A5-42CB-97C5-7B79-D8B4F483CF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340BC6-0329-7DE7-6E0A-38C1FA8AFF06}"/>
              </a:ext>
            </a:extLst>
          </p:cNvPr>
          <p:cNvSpPr>
            <a:spLocks noGrp="1"/>
          </p:cNvSpPr>
          <p:nvPr>
            <p:ph type="title"/>
          </p:nvPr>
        </p:nvSpPr>
        <p:spPr/>
        <p:txBody>
          <a:bodyPr/>
          <a:lstStyle/>
          <a:p>
            <a:r>
              <a:rPr lang="en-US" dirty="0"/>
              <a:t>Federated Learning</a:t>
            </a:r>
          </a:p>
        </p:txBody>
      </p:sp>
      <p:sp>
        <p:nvSpPr>
          <p:cNvPr id="4" name="Date Placeholder 3">
            <a:extLst>
              <a:ext uri="{FF2B5EF4-FFF2-40B4-BE49-F238E27FC236}">
                <a16:creationId xmlns:a16="http://schemas.microsoft.com/office/drawing/2014/main" id="{044E965D-6FE9-190C-0DA7-8451BFE4AC06}"/>
              </a:ext>
            </a:extLst>
          </p:cNvPr>
          <p:cNvSpPr>
            <a:spLocks noGrp="1"/>
          </p:cNvSpPr>
          <p:nvPr>
            <p:ph type="dt" sz="half" idx="10"/>
          </p:nvPr>
        </p:nvSpPr>
        <p:spPr/>
        <p:txBody>
          <a:bodyPr/>
          <a:lstStyle/>
          <a:p>
            <a:fld id="{A65404F8-D6E6-4722-A8D7-5A45E730DFCE}" type="datetime4">
              <a:rPr lang="en-US" smtClean="0"/>
              <a:t>December 8, 2025</a:t>
            </a:fld>
            <a:endParaRPr lang="en-US"/>
          </a:p>
        </p:txBody>
      </p:sp>
      <p:sp>
        <p:nvSpPr>
          <p:cNvPr id="5" name="Footer Placeholder 4">
            <a:extLst>
              <a:ext uri="{FF2B5EF4-FFF2-40B4-BE49-F238E27FC236}">
                <a16:creationId xmlns:a16="http://schemas.microsoft.com/office/drawing/2014/main" id="{777050E7-6370-3D55-6F5D-3B3862F19024}"/>
              </a:ext>
            </a:extLst>
          </p:cNvPr>
          <p:cNvSpPr>
            <a:spLocks noGrp="1"/>
          </p:cNvSpPr>
          <p:nvPr>
            <p:ph type="ftr" sz="quarter" idx="11"/>
          </p:nvPr>
        </p:nvSpPr>
        <p:spPr/>
        <p:txBody>
          <a:bodyPr/>
          <a:lstStyle/>
          <a:p>
            <a:pPr algn="ctr"/>
            <a:endParaRPr lang="es-MX"/>
          </a:p>
        </p:txBody>
      </p:sp>
      <p:sp>
        <p:nvSpPr>
          <p:cNvPr id="6" name="Slide Number Placeholder 5">
            <a:extLst>
              <a:ext uri="{FF2B5EF4-FFF2-40B4-BE49-F238E27FC236}">
                <a16:creationId xmlns:a16="http://schemas.microsoft.com/office/drawing/2014/main" id="{E2B32EDA-E301-C57B-CF10-E437C739B338}"/>
              </a:ext>
            </a:extLst>
          </p:cNvPr>
          <p:cNvSpPr>
            <a:spLocks noGrp="1"/>
          </p:cNvSpPr>
          <p:nvPr>
            <p:ph type="sldNum" sz="quarter" idx="12"/>
          </p:nvPr>
        </p:nvSpPr>
        <p:spPr/>
        <p:txBody>
          <a:bodyPr/>
          <a:lstStyle/>
          <a:p>
            <a:fld id="{A41831D9-926B-4302-A6F7-54B31F00B9E1}" type="slidenum">
              <a:rPr lang="es-MX" smtClean="0"/>
              <a:pPr/>
              <a:t>6</a:t>
            </a:fld>
            <a:endParaRPr lang="es-MX"/>
          </a:p>
        </p:txBody>
      </p:sp>
      <p:sp>
        <p:nvSpPr>
          <p:cNvPr id="7" name="TextBox 6">
            <a:extLst>
              <a:ext uri="{FF2B5EF4-FFF2-40B4-BE49-F238E27FC236}">
                <a16:creationId xmlns:a16="http://schemas.microsoft.com/office/drawing/2014/main" id="{1EE1DB5C-9A0E-BAF9-A9DE-2610666C0960}"/>
              </a:ext>
            </a:extLst>
          </p:cNvPr>
          <p:cNvSpPr txBox="1"/>
          <p:nvPr/>
        </p:nvSpPr>
        <p:spPr>
          <a:xfrm>
            <a:off x="319118" y="1629459"/>
            <a:ext cx="11372228" cy="646331"/>
          </a:xfrm>
          <a:prstGeom prst="rect">
            <a:avLst/>
          </a:prstGeom>
          <a:noFill/>
        </p:spPr>
        <p:txBody>
          <a:bodyPr wrap="square">
            <a:spAutoFit/>
          </a:bodyPr>
          <a:lstStyle/>
          <a:p>
            <a:r>
              <a:rPr lang="en-US" dirty="0"/>
              <a:t>Federated Learning simply reverses this approach. It enables machine learning on distributed data by moving the training to the data, instead of moving the data to the training.</a:t>
            </a:r>
          </a:p>
        </p:txBody>
      </p:sp>
      <p:pic>
        <p:nvPicPr>
          <p:cNvPr id="9" name="Picture 8">
            <a:extLst>
              <a:ext uri="{FF2B5EF4-FFF2-40B4-BE49-F238E27FC236}">
                <a16:creationId xmlns:a16="http://schemas.microsoft.com/office/drawing/2014/main" id="{CCDE4BCC-353E-5AA1-1B6B-6BCD54B7811D}"/>
              </a:ext>
            </a:extLst>
          </p:cNvPr>
          <p:cNvPicPr>
            <a:picLocks noChangeAspect="1"/>
          </p:cNvPicPr>
          <p:nvPr/>
        </p:nvPicPr>
        <p:blipFill>
          <a:blip r:embed="rId3"/>
          <a:stretch>
            <a:fillRect/>
          </a:stretch>
        </p:blipFill>
        <p:spPr>
          <a:xfrm>
            <a:off x="521109" y="2920915"/>
            <a:ext cx="4625740" cy="2427085"/>
          </a:xfrm>
          <a:prstGeom prst="rect">
            <a:avLst/>
          </a:prstGeom>
        </p:spPr>
      </p:pic>
      <p:pic>
        <p:nvPicPr>
          <p:cNvPr id="13" name="Picture 12">
            <a:extLst>
              <a:ext uri="{FF2B5EF4-FFF2-40B4-BE49-F238E27FC236}">
                <a16:creationId xmlns:a16="http://schemas.microsoft.com/office/drawing/2014/main" id="{68C0B66D-0682-4FEA-866C-F839A50AA6BA}"/>
              </a:ext>
            </a:extLst>
          </p:cNvPr>
          <p:cNvPicPr>
            <a:picLocks noChangeAspect="1"/>
          </p:cNvPicPr>
          <p:nvPr/>
        </p:nvPicPr>
        <p:blipFill>
          <a:blip r:embed="rId4"/>
          <a:stretch>
            <a:fillRect/>
          </a:stretch>
        </p:blipFill>
        <p:spPr>
          <a:xfrm>
            <a:off x="6855966" y="2920916"/>
            <a:ext cx="4778998" cy="2527166"/>
          </a:xfrm>
          <a:prstGeom prst="rect">
            <a:avLst/>
          </a:prstGeom>
        </p:spPr>
      </p:pic>
      <p:sp>
        <p:nvSpPr>
          <p:cNvPr id="14" name="TextBox 13">
            <a:extLst>
              <a:ext uri="{FF2B5EF4-FFF2-40B4-BE49-F238E27FC236}">
                <a16:creationId xmlns:a16="http://schemas.microsoft.com/office/drawing/2014/main" id="{3139920C-0C8B-A7B2-8E33-4DD0FAE6B603}"/>
              </a:ext>
            </a:extLst>
          </p:cNvPr>
          <p:cNvSpPr txBox="1"/>
          <p:nvPr/>
        </p:nvSpPr>
        <p:spPr>
          <a:xfrm>
            <a:off x="521109" y="5397943"/>
            <a:ext cx="4917432" cy="369332"/>
          </a:xfrm>
          <a:prstGeom prst="rect">
            <a:avLst/>
          </a:prstGeom>
          <a:noFill/>
        </p:spPr>
        <p:txBody>
          <a:bodyPr wrap="square" rtlCol="0">
            <a:spAutoFit/>
          </a:bodyPr>
          <a:lstStyle/>
          <a:p>
            <a:r>
              <a:rPr lang="en-US" b="1" dirty="0"/>
              <a:t>Return model updates back to the server</a:t>
            </a:r>
          </a:p>
        </p:txBody>
      </p:sp>
      <p:sp>
        <p:nvSpPr>
          <p:cNvPr id="15" name="TextBox 14">
            <a:extLst>
              <a:ext uri="{FF2B5EF4-FFF2-40B4-BE49-F238E27FC236}">
                <a16:creationId xmlns:a16="http://schemas.microsoft.com/office/drawing/2014/main" id="{F863F692-F91A-1356-807F-6ABB9741BE86}"/>
              </a:ext>
            </a:extLst>
          </p:cNvPr>
          <p:cNvSpPr txBox="1"/>
          <p:nvPr/>
        </p:nvSpPr>
        <p:spPr>
          <a:xfrm>
            <a:off x="6855966" y="5348000"/>
            <a:ext cx="5037371" cy="646331"/>
          </a:xfrm>
          <a:prstGeom prst="rect">
            <a:avLst/>
          </a:prstGeom>
          <a:noFill/>
        </p:spPr>
        <p:txBody>
          <a:bodyPr wrap="square" rtlCol="0">
            <a:spAutoFit/>
          </a:bodyPr>
          <a:lstStyle/>
          <a:p>
            <a:r>
              <a:rPr lang="en-US" b="1" dirty="0"/>
              <a:t>Aggregate model updates into a new global model (Federated Averaging)</a:t>
            </a:r>
          </a:p>
        </p:txBody>
      </p:sp>
      <p:sp>
        <p:nvSpPr>
          <p:cNvPr id="16" name="Text Placeholder 7">
            <a:extLst>
              <a:ext uri="{FF2B5EF4-FFF2-40B4-BE49-F238E27FC236}">
                <a16:creationId xmlns:a16="http://schemas.microsoft.com/office/drawing/2014/main" id="{C43103AD-DE88-2A9E-007E-A18F1E106CC0}"/>
              </a:ext>
            </a:extLst>
          </p:cNvPr>
          <p:cNvSpPr>
            <a:spLocks noGrp="1"/>
          </p:cNvSpPr>
          <p:nvPr>
            <p:ph type="body" sz="quarter" idx="13"/>
          </p:nvPr>
        </p:nvSpPr>
        <p:spPr>
          <a:xfrm>
            <a:off x="319118" y="6094413"/>
            <a:ext cx="11574219" cy="261937"/>
          </a:xfrm>
        </p:spPr>
        <p:txBody>
          <a:bodyPr/>
          <a:lstStyle/>
          <a:p>
            <a:r>
              <a:rPr lang="en-US" dirty="0">
                <a:hlinkClick r:id="rId5"/>
              </a:rPr>
              <a:t>https://flower.ai/docs/framework/tutorial-series-what-is-federated-learning.html#federated-learning</a:t>
            </a:r>
            <a:endParaRPr lang="en-US" dirty="0"/>
          </a:p>
        </p:txBody>
      </p:sp>
    </p:spTree>
    <p:extLst>
      <p:ext uri="{BB962C8B-B14F-4D97-AF65-F5344CB8AC3E}">
        <p14:creationId xmlns:p14="http://schemas.microsoft.com/office/powerpoint/2010/main" val="3640371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7FCC8C-1CF9-4549-6BCE-F015B1B08E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EADD83-8868-83D9-4EDF-5B601FF7C976}"/>
              </a:ext>
            </a:extLst>
          </p:cNvPr>
          <p:cNvSpPr>
            <a:spLocks noGrp="1"/>
          </p:cNvSpPr>
          <p:nvPr>
            <p:ph type="title"/>
          </p:nvPr>
        </p:nvSpPr>
        <p:spPr/>
        <p:txBody>
          <a:bodyPr/>
          <a:lstStyle/>
          <a:p>
            <a:r>
              <a:rPr lang="en-US" dirty="0"/>
              <a:t>Federated Learning</a:t>
            </a:r>
          </a:p>
        </p:txBody>
      </p:sp>
      <p:sp>
        <p:nvSpPr>
          <p:cNvPr id="4" name="Date Placeholder 3">
            <a:extLst>
              <a:ext uri="{FF2B5EF4-FFF2-40B4-BE49-F238E27FC236}">
                <a16:creationId xmlns:a16="http://schemas.microsoft.com/office/drawing/2014/main" id="{BE9F27C6-4AF9-C991-A989-CEAAEAC06649}"/>
              </a:ext>
            </a:extLst>
          </p:cNvPr>
          <p:cNvSpPr>
            <a:spLocks noGrp="1"/>
          </p:cNvSpPr>
          <p:nvPr>
            <p:ph type="dt" sz="half" idx="10"/>
          </p:nvPr>
        </p:nvSpPr>
        <p:spPr/>
        <p:txBody>
          <a:bodyPr/>
          <a:lstStyle/>
          <a:p>
            <a:fld id="{A65404F8-D6E6-4722-A8D7-5A45E730DFCE}" type="datetime4">
              <a:rPr lang="en-US" smtClean="0"/>
              <a:t>December 8, 2025</a:t>
            </a:fld>
            <a:endParaRPr lang="en-US"/>
          </a:p>
        </p:txBody>
      </p:sp>
      <p:sp>
        <p:nvSpPr>
          <p:cNvPr id="5" name="Footer Placeholder 4">
            <a:extLst>
              <a:ext uri="{FF2B5EF4-FFF2-40B4-BE49-F238E27FC236}">
                <a16:creationId xmlns:a16="http://schemas.microsoft.com/office/drawing/2014/main" id="{86DCD38C-B7A1-0AC1-3430-A4292E82E418}"/>
              </a:ext>
            </a:extLst>
          </p:cNvPr>
          <p:cNvSpPr>
            <a:spLocks noGrp="1"/>
          </p:cNvSpPr>
          <p:nvPr>
            <p:ph type="ftr" sz="quarter" idx="11"/>
          </p:nvPr>
        </p:nvSpPr>
        <p:spPr/>
        <p:txBody>
          <a:bodyPr/>
          <a:lstStyle/>
          <a:p>
            <a:pPr algn="ctr"/>
            <a:endParaRPr lang="es-MX"/>
          </a:p>
        </p:txBody>
      </p:sp>
      <p:sp>
        <p:nvSpPr>
          <p:cNvPr id="6" name="Slide Number Placeholder 5">
            <a:extLst>
              <a:ext uri="{FF2B5EF4-FFF2-40B4-BE49-F238E27FC236}">
                <a16:creationId xmlns:a16="http://schemas.microsoft.com/office/drawing/2014/main" id="{BAC776E3-C273-EF99-049C-4D4023582B0B}"/>
              </a:ext>
            </a:extLst>
          </p:cNvPr>
          <p:cNvSpPr>
            <a:spLocks noGrp="1"/>
          </p:cNvSpPr>
          <p:nvPr>
            <p:ph type="sldNum" sz="quarter" idx="12"/>
          </p:nvPr>
        </p:nvSpPr>
        <p:spPr/>
        <p:txBody>
          <a:bodyPr/>
          <a:lstStyle/>
          <a:p>
            <a:fld id="{A41831D9-926B-4302-A6F7-54B31F00B9E1}" type="slidenum">
              <a:rPr lang="es-MX" smtClean="0"/>
              <a:pPr/>
              <a:t>7</a:t>
            </a:fld>
            <a:endParaRPr lang="es-MX"/>
          </a:p>
        </p:txBody>
      </p:sp>
      <p:sp>
        <p:nvSpPr>
          <p:cNvPr id="7" name="TextBox 6">
            <a:extLst>
              <a:ext uri="{FF2B5EF4-FFF2-40B4-BE49-F238E27FC236}">
                <a16:creationId xmlns:a16="http://schemas.microsoft.com/office/drawing/2014/main" id="{7F7AB296-B250-BB81-47E0-740132A46B8E}"/>
              </a:ext>
            </a:extLst>
          </p:cNvPr>
          <p:cNvSpPr txBox="1"/>
          <p:nvPr/>
        </p:nvSpPr>
        <p:spPr>
          <a:xfrm>
            <a:off x="319118" y="1690688"/>
            <a:ext cx="11372228" cy="646331"/>
          </a:xfrm>
          <a:prstGeom prst="rect">
            <a:avLst/>
          </a:prstGeom>
          <a:noFill/>
        </p:spPr>
        <p:txBody>
          <a:bodyPr wrap="square">
            <a:spAutoFit/>
          </a:bodyPr>
          <a:lstStyle/>
          <a:p>
            <a:r>
              <a:rPr lang="en-US" dirty="0"/>
              <a:t>Federated Learning simply reverses this approach. It enables machine learning on distributed data by moving the training to the data, instead of moving the data to the training.</a:t>
            </a:r>
          </a:p>
        </p:txBody>
      </p:sp>
      <p:pic>
        <p:nvPicPr>
          <p:cNvPr id="10" name="Picture 9">
            <a:extLst>
              <a:ext uri="{FF2B5EF4-FFF2-40B4-BE49-F238E27FC236}">
                <a16:creationId xmlns:a16="http://schemas.microsoft.com/office/drawing/2014/main" id="{C3B1C180-975E-E47A-C1F0-D3EABD41AFBD}"/>
              </a:ext>
            </a:extLst>
          </p:cNvPr>
          <p:cNvPicPr>
            <a:picLocks noChangeAspect="1"/>
          </p:cNvPicPr>
          <p:nvPr/>
        </p:nvPicPr>
        <p:blipFill>
          <a:blip r:embed="rId3"/>
          <a:stretch>
            <a:fillRect/>
          </a:stretch>
        </p:blipFill>
        <p:spPr>
          <a:xfrm>
            <a:off x="557037" y="2918540"/>
            <a:ext cx="4778998" cy="2509978"/>
          </a:xfrm>
          <a:prstGeom prst="rect">
            <a:avLst/>
          </a:prstGeom>
        </p:spPr>
      </p:pic>
      <p:sp>
        <p:nvSpPr>
          <p:cNvPr id="11" name="TextBox 10">
            <a:extLst>
              <a:ext uri="{FF2B5EF4-FFF2-40B4-BE49-F238E27FC236}">
                <a16:creationId xmlns:a16="http://schemas.microsoft.com/office/drawing/2014/main" id="{F82EB15C-B1DE-BA4B-F3AB-7335C9A2E9C6}"/>
              </a:ext>
            </a:extLst>
          </p:cNvPr>
          <p:cNvSpPr txBox="1"/>
          <p:nvPr/>
        </p:nvSpPr>
        <p:spPr>
          <a:xfrm>
            <a:off x="6207223" y="3838668"/>
            <a:ext cx="5529569" cy="923330"/>
          </a:xfrm>
          <a:prstGeom prst="rect">
            <a:avLst/>
          </a:prstGeom>
          <a:noFill/>
        </p:spPr>
        <p:txBody>
          <a:bodyPr wrap="square" rtlCol="0">
            <a:spAutoFit/>
          </a:bodyPr>
          <a:lstStyle/>
          <a:p>
            <a:r>
              <a:rPr lang="en-US" b="1" dirty="0"/>
              <a:t>Repeat steps 1 to 4 until the model converges </a:t>
            </a:r>
          </a:p>
          <a:p>
            <a:endParaRPr lang="en-US" b="1" dirty="0"/>
          </a:p>
          <a:p>
            <a:r>
              <a:rPr lang="en-US" b="1" dirty="0"/>
              <a:t>Also called 1 round of FL</a:t>
            </a:r>
          </a:p>
        </p:txBody>
      </p:sp>
      <p:sp>
        <p:nvSpPr>
          <p:cNvPr id="12" name="Text Placeholder 7">
            <a:extLst>
              <a:ext uri="{FF2B5EF4-FFF2-40B4-BE49-F238E27FC236}">
                <a16:creationId xmlns:a16="http://schemas.microsoft.com/office/drawing/2014/main" id="{33D242AF-02E6-2E59-4F59-7B5C005EA629}"/>
              </a:ext>
            </a:extLst>
          </p:cNvPr>
          <p:cNvSpPr>
            <a:spLocks noGrp="1"/>
          </p:cNvSpPr>
          <p:nvPr>
            <p:ph type="body" sz="quarter" idx="13"/>
          </p:nvPr>
        </p:nvSpPr>
        <p:spPr>
          <a:xfrm>
            <a:off x="319118" y="6094413"/>
            <a:ext cx="11574219" cy="261937"/>
          </a:xfrm>
        </p:spPr>
        <p:txBody>
          <a:bodyPr/>
          <a:lstStyle/>
          <a:p>
            <a:r>
              <a:rPr lang="en-US" dirty="0">
                <a:hlinkClick r:id="rId4"/>
              </a:rPr>
              <a:t>https://flower.ai/docs/framework/tutorial-series-what-is-federated-learning.html#federated-learning</a:t>
            </a:r>
            <a:endParaRPr lang="en-US" dirty="0"/>
          </a:p>
        </p:txBody>
      </p:sp>
    </p:spTree>
    <p:extLst>
      <p:ext uri="{BB962C8B-B14F-4D97-AF65-F5344CB8AC3E}">
        <p14:creationId xmlns:p14="http://schemas.microsoft.com/office/powerpoint/2010/main" val="7051247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BD126E-1D2A-315C-F319-161DC70E50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7AD34B-BA6C-571F-2BEA-43C4AB15D8EE}"/>
              </a:ext>
            </a:extLst>
          </p:cNvPr>
          <p:cNvSpPr>
            <a:spLocks noGrp="1"/>
          </p:cNvSpPr>
          <p:nvPr>
            <p:ph type="title"/>
          </p:nvPr>
        </p:nvSpPr>
        <p:spPr/>
        <p:txBody>
          <a:bodyPr/>
          <a:lstStyle/>
          <a:p>
            <a:r>
              <a:rPr lang="en-US" dirty="0"/>
              <a:t>Security Of Federated Learning</a:t>
            </a:r>
          </a:p>
        </p:txBody>
      </p:sp>
      <p:sp>
        <p:nvSpPr>
          <p:cNvPr id="4" name="Date Placeholder 3">
            <a:extLst>
              <a:ext uri="{FF2B5EF4-FFF2-40B4-BE49-F238E27FC236}">
                <a16:creationId xmlns:a16="http://schemas.microsoft.com/office/drawing/2014/main" id="{6527CE93-AB91-6C60-EF84-DF9CFFBBB828}"/>
              </a:ext>
            </a:extLst>
          </p:cNvPr>
          <p:cNvSpPr>
            <a:spLocks noGrp="1"/>
          </p:cNvSpPr>
          <p:nvPr>
            <p:ph type="dt" sz="half" idx="10"/>
          </p:nvPr>
        </p:nvSpPr>
        <p:spPr/>
        <p:txBody>
          <a:bodyPr/>
          <a:lstStyle/>
          <a:p>
            <a:fld id="{A65404F8-D6E6-4722-A8D7-5A45E730DFCE}" type="datetime4">
              <a:rPr lang="en-US" smtClean="0"/>
              <a:t>December 8, 2025</a:t>
            </a:fld>
            <a:endParaRPr lang="en-US"/>
          </a:p>
        </p:txBody>
      </p:sp>
      <p:sp>
        <p:nvSpPr>
          <p:cNvPr id="5" name="Footer Placeholder 4">
            <a:extLst>
              <a:ext uri="{FF2B5EF4-FFF2-40B4-BE49-F238E27FC236}">
                <a16:creationId xmlns:a16="http://schemas.microsoft.com/office/drawing/2014/main" id="{B3FB209D-97E9-93F8-E648-E427AF1AC117}"/>
              </a:ext>
            </a:extLst>
          </p:cNvPr>
          <p:cNvSpPr>
            <a:spLocks noGrp="1"/>
          </p:cNvSpPr>
          <p:nvPr>
            <p:ph type="ftr" sz="quarter" idx="11"/>
          </p:nvPr>
        </p:nvSpPr>
        <p:spPr/>
        <p:txBody>
          <a:bodyPr/>
          <a:lstStyle/>
          <a:p>
            <a:pPr algn="ctr"/>
            <a:endParaRPr lang="es-MX"/>
          </a:p>
        </p:txBody>
      </p:sp>
      <p:sp>
        <p:nvSpPr>
          <p:cNvPr id="6" name="Slide Number Placeholder 5">
            <a:extLst>
              <a:ext uri="{FF2B5EF4-FFF2-40B4-BE49-F238E27FC236}">
                <a16:creationId xmlns:a16="http://schemas.microsoft.com/office/drawing/2014/main" id="{26E277ED-EDA7-6C40-7FF0-3E3B0F2FCCEF}"/>
              </a:ext>
            </a:extLst>
          </p:cNvPr>
          <p:cNvSpPr>
            <a:spLocks noGrp="1"/>
          </p:cNvSpPr>
          <p:nvPr>
            <p:ph type="sldNum" sz="quarter" idx="12"/>
          </p:nvPr>
        </p:nvSpPr>
        <p:spPr/>
        <p:txBody>
          <a:bodyPr/>
          <a:lstStyle/>
          <a:p>
            <a:fld id="{A41831D9-926B-4302-A6F7-54B31F00B9E1}" type="slidenum">
              <a:rPr lang="es-MX" smtClean="0"/>
              <a:pPr/>
              <a:t>8</a:t>
            </a:fld>
            <a:endParaRPr lang="es-MX"/>
          </a:p>
        </p:txBody>
      </p:sp>
      <p:sp>
        <p:nvSpPr>
          <p:cNvPr id="8" name="Text Placeholder 7">
            <a:extLst>
              <a:ext uri="{FF2B5EF4-FFF2-40B4-BE49-F238E27FC236}">
                <a16:creationId xmlns:a16="http://schemas.microsoft.com/office/drawing/2014/main" id="{47AAD000-BA12-323E-DF1F-C180B3F0DB5E}"/>
              </a:ext>
            </a:extLst>
          </p:cNvPr>
          <p:cNvSpPr>
            <a:spLocks noGrp="1"/>
          </p:cNvSpPr>
          <p:nvPr>
            <p:ph type="body" sz="quarter" idx="13"/>
          </p:nvPr>
        </p:nvSpPr>
        <p:spPr/>
        <p:txBody>
          <a:bodyPr/>
          <a:lstStyle/>
          <a:p>
            <a:r>
              <a:rPr lang="en-US" dirty="0">
                <a:hlinkClick r:id="rId3"/>
              </a:rPr>
              <a:t>https://www.kaggle.com/datasets/masoudnickparvar/brain-tumor-mri-dataset</a:t>
            </a:r>
            <a:endParaRPr lang="en-US" dirty="0"/>
          </a:p>
        </p:txBody>
      </p:sp>
      <p:sp>
        <p:nvSpPr>
          <p:cNvPr id="7" name="TextBox 6">
            <a:extLst>
              <a:ext uri="{FF2B5EF4-FFF2-40B4-BE49-F238E27FC236}">
                <a16:creationId xmlns:a16="http://schemas.microsoft.com/office/drawing/2014/main" id="{D6EB5043-A5CD-7116-5447-9522196BA898}"/>
              </a:ext>
            </a:extLst>
          </p:cNvPr>
          <p:cNvSpPr txBox="1"/>
          <p:nvPr/>
        </p:nvSpPr>
        <p:spPr>
          <a:xfrm>
            <a:off x="319118" y="1690688"/>
            <a:ext cx="11372228" cy="369332"/>
          </a:xfrm>
          <a:prstGeom prst="rect">
            <a:avLst/>
          </a:prstGeom>
          <a:noFill/>
        </p:spPr>
        <p:txBody>
          <a:bodyPr wrap="square">
            <a:spAutoFit/>
          </a:bodyPr>
          <a:lstStyle/>
          <a:p>
            <a:r>
              <a:rPr lang="en-US" dirty="0"/>
              <a:t>We know that FL is privacy-preserving. But what about security? Let’s perform an experiment </a:t>
            </a:r>
          </a:p>
        </p:txBody>
      </p:sp>
      <p:sp>
        <p:nvSpPr>
          <p:cNvPr id="11" name="TextBox 10">
            <a:extLst>
              <a:ext uri="{FF2B5EF4-FFF2-40B4-BE49-F238E27FC236}">
                <a16:creationId xmlns:a16="http://schemas.microsoft.com/office/drawing/2014/main" id="{EDA1C151-0BF1-FE02-D0EE-E066288F7768}"/>
              </a:ext>
            </a:extLst>
          </p:cNvPr>
          <p:cNvSpPr txBox="1"/>
          <p:nvPr/>
        </p:nvSpPr>
        <p:spPr>
          <a:xfrm>
            <a:off x="319118" y="2201718"/>
            <a:ext cx="11721067" cy="646331"/>
          </a:xfrm>
          <a:prstGeom prst="rect">
            <a:avLst/>
          </a:prstGeom>
          <a:noFill/>
        </p:spPr>
        <p:txBody>
          <a:bodyPr wrap="square" rtlCol="0">
            <a:spAutoFit/>
          </a:bodyPr>
          <a:lstStyle/>
          <a:p>
            <a:r>
              <a:rPr lang="en-US" dirty="0"/>
              <a:t>Brain Tumor MRI – Dataset from Kaggle. Each type has images captured in four different angles. One of them is presented here</a:t>
            </a:r>
          </a:p>
        </p:txBody>
      </p:sp>
      <p:pic>
        <p:nvPicPr>
          <p:cNvPr id="9" name="Picture 8" descr="A close-up of a mri scan of a human head&#10;&#10;AI-generated content may be incorrect.">
            <a:extLst>
              <a:ext uri="{FF2B5EF4-FFF2-40B4-BE49-F238E27FC236}">
                <a16:creationId xmlns:a16="http://schemas.microsoft.com/office/drawing/2014/main" id="{60FAAA41-0022-E15D-313A-14C2D09B9C6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0136" y="2953226"/>
            <a:ext cx="2368220" cy="2368220"/>
          </a:xfrm>
          <a:prstGeom prst="rect">
            <a:avLst/>
          </a:prstGeom>
        </p:spPr>
      </p:pic>
      <p:pic>
        <p:nvPicPr>
          <p:cNvPr id="15" name="Picture 14" descr="A close-up of a brain scan&#10;&#10;AI-generated content may be incorrect.">
            <a:extLst>
              <a:ext uri="{FF2B5EF4-FFF2-40B4-BE49-F238E27FC236}">
                <a16:creationId xmlns:a16="http://schemas.microsoft.com/office/drawing/2014/main" id="{BBCC5572-65A3-F3EC-CB44-740E9E5796D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404169" y="2953223"/>
            <a:ext cx="2368220" cy="2368220"/>
          </a:xfrm>
          <a:prstGeom prst="rect">
            <a:avLst/>
          </a:prstGeom>
        </p:spPr>
      </p:pic>
      <p:pic>
        <p:nvPicPr>
          <p:cNvPr id="17" name="Picture 16" descr="A close-up of a brain scan&#10;&#10;AI-generated content may be incorrect.">
            <a:extLst>
              <a:ext uri="{FF2B5EF4-FFF2-40B4-BE49-F238E27FC236}">
                <a16:creationId xmlns:a16="http://schemas.microsoft.com/office/drawing/2014/main" id="{2FD140A7-9516-EB18-A683-BA8E07FD621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388203" y="2953223"/>
            <a:ext cx="2368221" cy="2368221"/>
          </a:xfrm>
          <a:prstGeom prst="rect">
            <a:avLst/>
          </a:prstGeom>
        </p:spPr>
      </p:pic>
      <p:pic>
        <p:nvPicPr>
          <p:cNvPr id="19" name="Picture 18" descr="A close-up of a brain scan&#10;&#10;AI-generated content may be incorrect.">
            <a:extLst>
              <a:ext uri="{FF2B5EF4-FFF2-40B4-BE49-F238E27FC236}">
                <a16:creationId xmlns:a16="http://schemas.microsoft.com/office/drawing/2014/main" id="{9FA1A284-2AB1-ADF4-48DA-5FF0529947A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323126" y="2953224"/>
            <a:ext cx="2368220" cy="2368220"/>
          </a:xfrm>
          <a:prstGeom prst="rect">
            <a:avLst/>
          </a:prstGeom>
        </p:spPr>
      </p:pic>
      <p:sp>
        <p:nvSpPr>
          <p:cNvPr id="23" name="TextBox 22">
            <a:extLst>
              <a:ext uri="{FF2B5EF4-FFF2-40B4-BE49-F238E27FC236}">
                <a16:creationId xmlns:a16="http://schemas.microsoft.com/office/drawing/2014/main" id="{973DC735-1755-BF71-9B6F-14CF02B95EE0}"/>
              </a:ext>
            </a:extLst>
          </p:cNvPr>
          <p:cNvSpPr txBox="1"/>
          <p:nvPr/>
        </p:nvSpPr>
        <p:spPr>
          <a:xfrm>
            <a:off x="1102800" y="5463144"/>
            <a:ext cx="1002891" cy="369332"/>
          </a:xfrm>
          <a:prstGeom prst="rect">
            <a:avLst/>
          </a:prstGeom>
          <a:noFill/>
        </p:spPr>
        <p:txBody>
          <a:bodyPr wrap="square" rtlCol="0">
            <a:spAutoFit/>
          </a:bodyPr>
          <a:lstStyle/>
          <a:p>
            <a:r>
              <a:rPr lang="en-US" b="1" dirty="0"/>
              <a:t>Glioma</a:t>
            </a:r>
          </a:p>
        </p:txBody>
      </p:sp>
      <p:sp>
        <p:nvSpPr>
          <p:cNvPr id="24" name="TextBox 23">
            <a:extLst>
              <a:ext uri="{FF2B5EF4-FFF2-40B4-BE49-F238E27FC236}">
                <a16:creationId xmlns:a16="http://schemas.microsoft.com/office/drawing/2014/main" id="{F4A7F2AE-C304-7E5F-207B-1B46A63D604F}"/>
              </a:ext>
            </a:extLst>
          </p:cNvPr>
          <p:cNvSpPr txBox="1"/>
          <p:nvPr/>
        </p:nvSpPr>
        <p:spPr>
          <a:xfrm>
            <a:off x="3815117" y="5463144"/>
            <a:ext cx="1546323" cy="369332"/>
          </a:xfrm>
          <a:prstGeom prst="rect">
            <a:avLst/>
          </a:prstGeom>
          <a:noFill/>
        </p:spPr>
        <p:txBody>
          <a:bodyPr wrap="square" rtlCol="0">
            <a:spAutoFit/>
          </a:bodyPr>
          <a:lstStyle/>
          <a:p>
            <a:r>
              <a:rPr lang="en-US" b="1" dirty="0"/>
              <a:t>Meningioma</a:t>
            </a:r>
          </a:p>
        </p:txBody>
      </p:sp>
      <p:sp>
        <p:nvSpPr>
          <p:cNvPr id="25" name="TextBox 24">
            <a:extLst>
              <a:ext uri="{FF2B5EF4-FFF2-40B4-BE49-F238E27FC236}">
                <a16:creationId xmlns:a16="http://schemas.microsoft.com/office/drawing/2014/main" id="{74E4E891-7D4E-E488-B5BB-52DD998391AB}"/>
              </a:ext>
            </a:extLst>
          </p:cNvPr>
          <p:cNvSpPr txBox="1"/>
          <p:nvPr/>
        </p:nvSpPr>
        <p:spPr>
          <a:xfrm>
            <a:off x="6953044" y="5463144"/>
            <a:ext cx="1238537" cy="369332"/>
          </a:xfrm>
          <a:prstGeom prst="rect">
            <a:avLst/>
          </a:prstGeom>
          <a:noFill/>
        </p:spPr>
        <p:txBody>
          <a:bodyPr wrap="square" rtlCol="0">
            <a:spAutoFit/>
          </a:bodyPr>
          <a:lstStyle/>
          <a:p>
            <a:r>
              <a:rPr lang="en-US" b="1" dirty="0"/>
              <a:t>No Tumor</a:t>
            </a:r>
          </a:p>
        </p:txBody>
      </p:sp>
      <p:sp>
        <p:nvSpPr>
          <p:cNvPr id="26" name="TextBox 25">
            <a:extLst>
              <a:ext uri="{FF2B5EF4-FFF2-40B4-BE49-F238E27FC236}">
                <a16:creationId xmlns:a16="http://schemas.microsoft.com/office/drawing/2014/main" id="{FB57CC91-AEF1-17FD-60CA-F1827BEB2C54}"/>
              </a:ext>
            </a:extLst>
          </p:cNvPr>
          <p:cNvSpPr txBox="1"/>
          <p:nvPr/>
        </p:nvSpPr>
        <p:spPr>
          <a:xfrm>
            <a:off x="10011699" y="5463144"/>
            <a:ext cx="1238537" cy="369332"/>
          </a:xfrm>
          <a:prstGeom prst="rect">
            <a:avLst/>
          </a:prstGeom>
          <a:noFill/>
        </p:spPr>
        <p:txBody>
          <a:bodyPr wrap="square" rtlCol="0">
            <a:spAutoFit/>
          </a:bodyPr>
          <a:lstStyle/>
          <a:p>
            <a:r>
              <a:rPr lang="en-US" b="1" dirty="0"/>
              <a:t>Pituitary</a:t>
            </a:r>
          </a:p>
        </p:txBody>
      </p:sp>
    </p:spTree>
    <p:extLst>
      <p:ext uri="{BB962C8B-B14F-4D97-AF65-F5344CB8AC3E}">
        <p14:creationId xmlns:p14="http://schemas.microsoft.com/office/powerpoint/2010/main" val="22361020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23" grpId="0"/>
      <p:bldP spid="24" grpId="0"/>
      <p:bldP spid="25" grpId="0"/>
      <p:bldP spid="2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860F08-B948-A9AB-93D6-02D9D2416B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4D5BC7-CD29-CC28-6E8B-818F388443C4}"/>
              </a:ext>
            </a:extLst>
          </p:cNvPr>
          <p:cNvSpPr>
            <a:spLocks noGrp="1"/>
          </p:cNvSpPr>
          <p:nvPr>
            <p:ph type="title"/>
          </p:nvPr>
        </p:nvSpPr>
        <p:spPr/>
        <p:txBody>
          <a:bodyPr/>
          <a:lstStyle/>
          <a:p>
            <a:r>
              <a:rPr lang="en-US" dirty="0"/>
              <a:t>Data Distribution and Model Training</a:t>
            </a:r>
          </a:p>
        </p:txBody>
      </p:sp>
      <p:sp>
        <p:nvSpPr>
          <p:cNvPr id="4" name="Date Placeholder 3">
            <a:extLst>
              <a:ext uri="{FF2B5EF4-FFF2-40B4-BE49-F238E27FC236}">
                <a16:creationId xmlns:a16="http://schemas.microsoft.com/office/drawing/2014/main" id="{6A9BBFC9-5DBE-C2C0-B373-7FBF9BD30DAF}"/>
              </a:ext>
            </a:extLst>
          </p:cNvPr>
          <p:cNvSpPr>
            <a:spLocks noGrp="1"/>
          </p:cNvSpPr>
          <p:nvPr>
            <p:ph type="dt" sz="half" idx="10"/>
          </p:nvPr>
        </p:nvSpPr>
        <p:spPr/>
        <p:txBody>
          <a:bodyPr/>
          <a:lstStyle/>
          <a:p>
            <a:fld id="{A65404F8-D6E6-4722-A8D7-5A45E730DFCE}" type="datetime4">
              <a:rPr lang="en-US" smtClean="0"/>
              <a:t>December 8, 2025</a:t>
            </a:fld>
            <a:endParaRPr lang="en-US"/>
          </a:p>
        </p:txBody>
      </p:sp>
      <p:sp>
        <p:nvSpPr>
          <p:cNvPr id="5" name="Footer Placeholder 4">
            <a:extLst>
              <a:ext uri="{FF2B5EF4-FFF2-40B4-BE49-F238E27FC236}">
                <a16:creationId xmlns:a16="http://schemas.microsoft.com/office/drawing/2014/main" id="{627A64F0-A666-95EF-030A-FDC2518BFDF9}"/>
              </a:ext>
            </a:extLst>
          </p:cNvPr>
          <p:cNvSpPr>
            <a:spLocks noGrp="1"/>
          </p:cNvSpPr>
          <p:nvPr>
            <p:ph type="ftr" sz="quarter" idx="11"/>
          </p:nvPr>
        </p:nvSpPr>
        <p:spPr/>
        <p:txBody>
          <a:bodyPr/>
          <a:lstStyle/>
          <a:p>
            <a:pPr algn="ctr"/>
            <a:endParaRPr lang="es-MX"/>
          </a:p>
        </p:txBody>
      </p:sp>
      <p:sp>
        <p:nvSpPr>
          <p:cNvPr id="6" name="Slide Number Placeholder 5">
            <a:extLst>
              <a:ext uri="{FF2B5EF4-FFF2-40B4-BE49-F238E27FC236}">
                <a16:creationId xmlns:a16="http://schemas.microsoft.com/office/drawing/2014/main" id="{34697BA1-83C0-3FD9-040E-CA8FB6361A92}"/>
              </a:ext>
            </a:extLst>
          </p:cNvPr>
          <p:cNvSpPr>
            <a:spLocks noGrp="1"/>
          </p:cNvSpPr>
          <p:nvPr>
            <p:ph type="sldNum" sz="quarter" idx="12"/>
          </p:nvPr>
        </p:nvSpPr>
        <p:spPr/>
        <p:txBody>
          <a:bodyPr/>
          <a:lstStyle/>
          <a:p>
            <a:fld id="{A41831D9-926B-4302-A6F7-54B31F00B9E1}" type="slidenum">
              <a:rPr lang="es-MX" smtClean="0"/>
              <a:pPr/>
              <a:t>9</a:t>
            </a:fld>
            <a:endParaRPr lang="es-MX"/>
          </a:p>
        </p:txBody>
      </p:sp>
      <p:sp>
        <p:nvSpPr>
          <p:cNvPr id="8" name="Text Placeholder 7">
            <a:extLst>
              <a:ext uri="{FF2B5EF4-FFF2-40B4-BE49-F238E27FC236}">
                <a16:creationId xmlns:a16="http://schemas.microsoft.com/office/drawing/2014/main" id="{F023120C-E54A-D40F-FCD2-E91C43F56568}"/>
              </a:ext>
            </a:extLst>
          </p:cNvPr>
          <p:cNvSpPr>
            <a:spLocks noGrp="1"/>
          </p:cNvSpPr>
          <p:nvPr>
            <p:ph type="body" sz="quarter" idx="13"/>
          </p:nvPr>
        </p:nvSpPr>
        <p:spPr/>
        <p:txBody>
          <a:bodyPr/>
          <a:lstStyle/>
          <a:p>
            <a:r>
              <a:rPr>
                <a:hlinkClick r:id="rId3"/>
              </a:rPr>
              <a:t>Brain Tumor MRI dataset (Kaggle, Nickparvar) · Flower federated learning framework</a:t>
            </a:r>
            <a:endParaRPr lang="en-US"/>
          </a:p>
        </p:txBody>
      </p:sp>
      <p:sp>
        <p:nvSpPr>
          <p:cNvPr id="9" name="Setup text"/>
          <p:cNvSpPr txBox="1"/>
          <p:nvPr/>
        </p:nvSpPr>
        <p:spPr>
          <a:xfrm>
            <a:off x="457200" y="1783080"/>
            <a:ext cx="6126480" cy="4114800"/>
          </a:xfrm>
          <a:prstGeom prst="rect">
            <a:avLst/>
          </a:prstGeom>
          <a:noFill/>
        </p:spPr>
        <p:txBody>
          <a:bodyPr wrap="square" anchor="t" lIns="0" rIns="0" tIns="0" bIns="0">
            <a:noAutofit/>
          </a:bodyPr>
          <a:lstStyle/>
          <a:p>
            <a:pPr algn="l">
              <a:spcAft>
                <a:spcPts val="1200"/>
              </a:spcAft>
            </a:pPr>
            <a:r>
              <a:rPr sz="1600" b="0">
                <a:solidFill>
                  <a:srgbClr val="000000"/>
                </a:solidFill>
              </a:rPr>
              <a:t>Three simulated hospitals train one tumour classifier with Flower federated averaging.</a:t>
            </a:r>
          </a:p>
          <a:p>
            <a:pPr algn="l" marL="201168" indent="-201168">
              <a:spcAft>
                <a:spcPts val="600"/>
              </a:spcAft>
              <a:buChar char="•"/>
            </a:pPr>
            <a:r>
              <a:rPr sz="1400" b="0">
                <a:solidFill>
                  <a:srgbClr val="000000"/>
                </a:solidFill>
              </a:rPr>
              <a:t>Data: 5,712 training scans split IID across the 3 clients; 1,311 held-out test scans</a:t>
            </a:r>
          </a:p>
          <a:p>
            <a:pPr algn="l" marL="201168" indent="-201168">
              <a:spcAft>
                <a:spcPts val="600"/>
              </a:spcAft>
              <a:buChar char="•"/>
            </a:pPr>
            <a:r>
              <a:rPr sz="1400" b="0">
                <a:solidFill>
                  <a:srgbClr val="000000"/>
                </a:solidFill>
              </a:rPr>
              <a:t>Input: 64 × 64 grayscale, small enough to encrypt every weight each round</a:t>
            </a:r>
          </a:p>
          <a:p>
            <a:pPr algn="l" marL="201168" indent="-201168">
              <a:spcAft>
                <a:spcPts val="600"/>
              </a:spcAft>
              <a:buChar char="•"/>
            </a:pPr>
            <a:r>
              <a:rPr sz="1400" b="0">
                <a:solidFill>
                  <a:srgbClr val="000000"/>
                </a:solidFill>
              </a:rPr>
              <a:t>Model: 2-layer CNN with 0.53 M parameters</a:t>
            </a:r>
          </a:p>
          <a:p>
            <a:pPr algn="l" marL="201168" indent="-201168">
              <a:spcAft>
                <a:spcPts val="600"/>
              </a:spcAft>
              <a:buChar char="•"/>
            </a:pPr>
            <a:r>
              <a:rPr sz="1400" b="0">
                <a:solidFill>
                  <a:srgbClr val="000000"/>
                </a:solidFill>
              </a:rPr>
              <a:t>Training: 10 rounds, 2 local epochs per round (Adam)</a:t>
            </a:r>
          </a:p>
          <a:p>
            <a:pPr algn="l" marL="201168" indent="-201168">
              <a:spcAft>
                <a:spcPts val="600"/>
              </a:spcAft>
              <a:buChar char="•"/>
            </a:pPr>
            <a:r>
              <a:rPr sz="1400" b="0">
                <a:solidFill>
                  <a:srgbClr val="000000"/>
                </a:solidFill>
              </a:rPr>
              <a:t>Round 7 is a capture round: each client sends one SGD step on one image (FedSGD)</a:t>
            </a:r>
          </a:p>
          <a:p>
            <a:pPr algn="l" marL="201168" indent="-201168">
              <a:spcAft>
                <a:spcPts val="600"/>
              </a:spcAft>
              <a:buChar char="•"/>
            </a:pPr>
            <a:r>
              <a:rPr sz="1400" b="0">
                <a:solidFill>
                  <a:srgbClr val="555960"/>
                </a:solidFill>
              </a:rPr>
              <a:t>A non-IID split (one tumour type per client) is implemented; the results shown use IID</a:t>
            </a:r>
          </a:p>
        </p:txBody>
      </p:sp>
      <p:sp>
        <p:nvSpPr>
          <p:cNvPr id="10" name="Setup card 1"/>
          <p:cNvSpPr/>
          <p:nvPr/>
        </p:nvSpPr>
        <p:spPr>
          <a:xfrm>
            <a:off x="6995160" y="1783080"/>
            <a:ext cx="2286000" cy="1874519"/>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etup stat 1"/>
          <p:cNvSpPr txBox="1"/>
          <p:nvPr/>
        </p:nvSpPr>
        <p:spPr>
          <a:xfrm>
            <a:off x="7223760" y="2194560"/>
            <a:ext cx="1920240" cy="1051560"/>
          </a:xfrm>
          <a:prstGeom prst="rect">
            <a:avLst/>
          </a:prstGeom>
          <a:noFill/>
        </p:spPr>
        <p:txBody>
          <a:bodyPr wrap="square" anchor="t" lIns="0" rIns="0" tIns="0" bIns="0">
            <a:noAutofit/>
          </a:bodyPr>
          <a:lstStyle/>
          <a:p>
            <a:pPr algn="l">
              <a:spcAft>
                <a:spcPts val="0"/>
              </a:spcAft>
            </a:pPr>
            <a:r>
              <a:rPr sz="4000" b="1">
                <a:solidFill>
                  <a:srgbClr val="000000"/>
                </a:solidFill>
                <a:latin typeface="+mj-lt"/>
              </a:rPr>
              <a:t>3</a:t>
            </a:r>
          </a:p>
          <a:p>
            <a:pPr algn="l">
              <a:spcAft>
                <a:spcPts val="0"/>
              </a:spcAft>
            </a:pPr>
            <a:r>
              <a:rPr sz="1400" b="0">
                <a:solidFill>
                  <a:srgbClr val="555960"/>
                </a:solidFill>
              </a:rPr>
              <a:t>clients (hospitals)</a:t>
            </a:r>
          </a:p>
        </p:txBody>
      </p:sp>
      <p:sp>
        <p:nvSpPr>
          <p:cNvPr id="12" name="Setup card 2"/>
          <p:cNvSpPr/>
          <p:nvPr/>
        </p:nvSpPr>
        <p:spPr>
          <a:xfrm>
            <a:off x="9464040" y="1783080"/>
            <a:ext cx="2286000" cy="1874519"/>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etup stat 2"/>
          <p:cNvSpPr txBox="1"/>
          <p:nvPr/>
        </p:nvSpPr>
        <p:spPr>
          <a:xfrm>
            <a:off x="9692640" y="2194560"/>
            <a:ext cx="1920240" cy="1051560"/>
          </a:xfrm>
          <a:prstGeom prst="rect">
            <a:avLst/>
          </a:prstGeom>
          <a:noFill/>
        </p:spPr>
        <p:txBody>
          <a:bodyPr wrap="square" anchor="t" lIns="0" rIns="0" tIns="0" bIns="0">
            <a:noAutofit/>
          </a:bodyPr>
          <a:lstStyle/>
          <a:p>
            <a:pPr algn="l">
              <a:spcAft>
                <a:spcPts val="0"/>
              </a:spcAft>
            </a:pPr>
            <a:r>
              <a:rPr sz="4000" b="1">
                <a:solidFill>
                  <a:srgbClr val="000000"/>
                </a:solidFill>
                <a:latin typeface="+mj-lt"/>
              </a:rPr>
              <a:t>10</a:t>
            </a:r>
          </a:p>
          <a:p>
            <a:pPr algn="l">
              <a:spcAft>
                <a:spcPts val="0"/>
              </a:spcAft>
            </a:pPr>
            <a:r>
              <a:rPr sz="1400" b="0">
                <a:solidFill>
                  <a:srgbClr val="555960"/>
                </a:solidFill>
              </a:rPr>
              <a:t>federated rounds</a:t>
            </a:r>
          </a:p>
        </p:txBody>
      </p:sp>
      <p:sp>
        <p:nvSpPr>
          <p:cNvPr id="14" name="Setup card 3"/>
          <p:cNvSpPr/>
          <p:nvPr/>
        </p:nvSpPr>
        <p:spPr>
          <a:xfrm>
            <a:off x="6995160" y="3886200"/>
            <a:ext cx="2286000" cy="1874519"/>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etup stat 3"/>
          <p:cNvSpPr txBox="1"/>
          <p:nvPr/>
        </p:nvSpPr>
        <p:spPr>
          <a:xfrm>
            <a:off x="7223760" y="4297680"/>
            <a:ext cx="1920240" cy="1051560"/>
          </a:xfrm>
          <a:prstGeom prst="rect">
            <a:avLst/>
          </a:prstGeom>
          <a:noFill/>
        </p:spPr>
        <p:txBody>
          <a:bodyPr wrap="square" anchor="t" lIns="0" rIns="0" tIns="0" bIns="0">
            <a:noAutofit/>
          </a:bodyPr>
          <a:lstStyle/>
          <a:p>
            <a:pPr algn="l">
              <a:spcAft>
                <a:spcPts val="0"/>
              </a:spcAft>
            </a:pPr>
            <a:r>
              <a:rPr sz="4000" b="1">
                <a:solidFill>
                  <a:srgbClr val="000000"/>
                </a:solidFill>
                <a:latin typeface="+mj-lt"/>
              </a:rPr>
              <a:t>0.53 M</a:t>
            </a:r>
          </a:p>
          <a:p>
            <a:pPr algn="l">
              <a:spcAft>
                <a:spcPts val="0"/>
              </a:spcAft>
            </a:pPr>
            <a:r>
              <a:rPr sz="1400" b="0">
                <a:solidFill>
                  <a:srgbClr val="555960"/>
                </a:solidFill>
              </a:rPr>
              <a:t>model parameters</a:t>
            </a:r>
          </a:p>
        </p:txBody>
      </p:sp>
      <p:sp>
        <p:nvSpPr>
          <p:cNvPr id="16" name="Setup card 4"/>
          <p:cNvSpPr/>
          <p:nvPr/>
        </p:nvSpPr>
        <p:spPr>
          <a:xfrm>
            <a:off x="9464040" y="3886200"/>
            <a:ext cx="2286000" cy="1874519"/>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Setup stat 4"/>
          <p:cNvSpPr txBox="1"/>
          <p:nvPr/>
        </p:nvSpPr>
        <p:spPr>
          <a:xfrm>
            <a:off x="9692640" y="4297680"/>
            <a:ext cx="1920240" cy="1051560"/>
          </a:xfrm>
          <a:prstGeom prst="rect">
            <a:avLst/>
          </a:prstGeom>
          <a:noFill/>
        </p:spPr>
        <p:txBody>
          <a:bodyPr wrap="square" anchor="t" lIns="0" rIns="0" tIns="0" bIns="0">
            <a:noAutofit/>
          </a:bodyPr>
          <a:lstStyle/>
          <a:p>
            <a:pPr algn="l">
              <a:spcAft>
                <a:spcPts val="0"/>
              </a:spcAft>
            </a:pPr>
            <a:r>
              <a:rPr sz="4000" b="1">
                <a:solidFill>
                  <a:srgbClr val="000000"/>
                </a:solidFill>
                <a:latin typeface="+mj-lt"/>
              </a:rPr>
              <a:t>93.5 %</a:t>
            </a:r>
          </a:p>
          <a:p>
            <a:pPr algn="l">
              <a:spcAft>
                <a:spcPts val="0"/>
              </a:spcAft>
            </a:pPr>
            <a:r>
              <a:rPr sz="1400" b="0">
                <a:solidFill>
                  <a:srgbClr val="555960"/>
                </a:solidFill>
              </a:rPr>
              <a:t>test accuracy (plaintext)</a:t>
            </a:r>
          </a:p>
        </p:txBody>
      </p:sp>
    </p:spTree>
    <p:extLst>
      <p:ext uri="{BB962C8B-B14F-4D97-AF65-F5344CB8AC3E}">
        <p14:creationId xmlns:p14="http://schemas.microsoft.com/office/powerpoint/2010/main" val="23764755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49831B-434A-BC26-12BE-4A9E6B7F3A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2E6924-FEDA-9F22-CC55-7F714C37DC0A}"/>
              </a:ext>
            </a:extLst>
          </p:cNvPr>
          <p:cNvSpPr>
            <a:spLocks noGrp="1"/>
          </p:cNvSpPr>
          <p:nvPr>
            <p:ph type="title"/>
          </p:nvPr>
        </p:nvSpPr>
        <p:spPr/>
        <p:txBody>
          <a:bodyPr/>
          <a:lstStyle/>
          <a:p>
            <a:r>
              <a:rPr lang="en-US" dirty="0"/>
              <a:t>Security Threat: Gradient Inversion Attack</a:t>
            </a:r>
          </a:p>
        </p:txBody>
      </p:sp>
      <p:sp>
        <p:nvSpPr>
          <p:cNvPr id="4" name="Date Placeholder 3">
            <a:extLst>
              <a:ext uri="{FF2B5EF4-FFF2-40B4-BE49-F238E27FC236}">
                <a16:creationId xmlns:a16="http://schemas.microsoft.com/office/drawing/2014/main" id="{14D007AF-5D18-EBD2-8EFA-2E6FE2609FBE}"/>
              </a:ext>
            </a:extLst>
          </p:cNvPr>
          <p:cNvSpPr>
            <a:spLocks noGrp="1"/>
          </p:cNvSpPr>
          <p:nvPr>
            <p:ph type="dt" sz="half" idx="10"/>
          </p:nvPr>
        </p:nvSpPr>
        <p:spPr/>
        <p:txBody>
          <a:bodyPr/>
          <a:lstStyle/>
          <a:p>
            <a:fld id="{A65404F8-D6E6-4722-A8D7-5A45E730DFCE}" type="datetime4">
              <a:rPr lang="en-US" smtClean="0"/>
              <a:t>December 8, 2025</a:t>
            </a:fld>
            <a:endParaRPr lang="en-US"/>
          </a:p>
        </p:txBody>
      </p:sp>
      <p:sp>
        <p:nvSpPr>
          <p:cNvPr id="5" name="Footer Placeholder 4">
            <a:extLst>
              <a:ext uri="{FF2B5EF4-FFF2-40B4-BE49-F238E27FC236}">
                <a16:creationId xmlns:a16="http://schemas.microsoft.com/office/drawing/2014/main" id="{13D2928B-8280-D108-2427-FFDD1E880E8D}"/>
              </a:ext>
            </a:extLst>
          </p:cNvPr>
          <p:cNvSpPr>
            <a:spLocks noGrp="1"/>
          </p:cNvSpPr>
          <p:nvPr>
            <p:ph type="ftr" sz="quarter" idx="11"/>
          </p:nvPr>
        </p:nvSpPr>
        <p:spPr/>
        <p:txBody>
          <a:bodyPr/>
          <a:lstStyle/>
          <a:p>
            <a:pPr algn="ctr"/>
            <a:endParaRPr lang="es-MX"/>
          </a:p>
        </p:txBody>
      </p:sp>
      <p:sp>
        <p:nvSpPr>
          <p:cNvPr id="6" name="Slide Number Placeholder 5">
            <a:extLst>
              <a:ext uri="{FF2B5EF4-FFF2-40B4-BE49-F238E27FC236}">
                <a16:creationId xmlns:a16="http://schemas.microsoft.com/office/drawing/2014/main" id="{9885E954-E100-3BC5-2315-749E207DFED7}"/>
              </a:ext>
            </a:extLst>
          </p:cNvPr>
          <p:cNvSpPr>
            <a:spLocks noGrp="1"/>
          </p:cNvSpPr>
          <p:nvPr>
            <p:ph type="sldNum" sz="quarter" idx="12"/>
          </p:nvPr>
        </p:nvSpPr>
        <p:spPr/>
        <p:txBody>
          <a:bodyPr/>
          <a:lstStyle/>
          <a:p>
            <a:fld id="{A41831D9-926B-4302-A6F7-54B31F00B9E1}" type="slidenum">
              <a:rPr lang="es-MX" smtClean="0"/>
              <a:pPr/>
              <a:t>10</a:t>
            </a:fld>
            <a:endParaRPr lang="es-MX"/>
          </a:p>
        </p:txBody>
      </p:sp>
      <p:sp>
        <p:nvSpPr>
          <p:cNvPr id="8" name="Text Placeholder 7">
            <a:extLst>
              <a:ext uri="{FF2B5EF4-FFF2-40B4-BE49-F238E27FC236}">
                <a16:creationId xmlns:a16="http://schemas.microsoft.com/office/drawing/2014/main" id="{CCC7FE5D-ABB6-734E-745C-96F3788DC131}"/>
              </a:ext>
            </a:extLst>
          </p:cNvPr>
          <p:cNvSpPr>
            <a:spLocks noGrp="1"/>
          </p:cNvSpPr>
          <p:nvPr>
            <p:ph type="body" sz="quarter" idx="13"/>
          </p:nvPr>
        </p:nvSpPr>
        <p:spPr/>
        <p:txBody>
          <a:bodyPr/>
          <a:lstStyle/>
          <a:p>
            <a:r>
              <a:rPr lang="en-US" dirty="0">
                <a:hlinkClick r:id="rId3"/>
              </a:rPr>
              <a:t>https://www.usenix.org/system/files/usenixsecurity25-carletti.pdf</a:t>
            </a:r>
            <a:endParaRPr lang="en-US" dirty="0"/>
          </a:p>
        </p:txBody>
      </p:sp>
      <p:sp>
        <p:nvSpPr>
          <p:cNvPr id="7" name="TextBox 6">
            <a:extLst>
              <a:ext uri="{FF2B5EF4-FFF2-40B4-BE49-F238E27FC236}">
                <a16:creationId xmlns:a16="http://schemas.microsoft.com/office/drawing/2014/main" id="{FEB80592-6D9E-7DE1-4A33-472D79769837}"/>
              </a:ext>
            </a:extLst>
          </p:cNvPr>
          <p:cNvSpPr txBox="1"/>
          <p:nvPr/>
        </p:nvSpPr>
        <p:spPr>
          <a:xfrm>
            <a:off x="9360246" y="2738388"/>
            <a:ext cx="2541444" cy="2308324"/>
          </a:xfrm>
          <a:prstGeom prst="rect">
            <a:avLst/>
          </a:prstGeom>
          <a:noFill/>
        </p:spPr>
        <p:txBody>
          <a:bodyPr wrap="square">
            <a:spAutoFit/>
          </a:bodyPr>
          <a:lstStyle/>
          <a:p>
            <a:r>
              <a:rPr lang="en-US" dirty="0"/>
              <a:t>GIAs operate directly during the training process by exploiting shared updates to reconstruct complete</a:t>
            </a:r>
          </a:p>
          <a:p>
            <a:r>
              <a:rPr lang="en-US" dirty="0"/>
              <a:t>training samples. </a:t>
            </a:r>
          </a:p>
          <a:p>
            <a:endParaRPr lang="en-US" dirty="0"/>
          </a:p>
          <a:p>
            <a:endParaRPr lang="en-US" dirty="0"/>
          </a:p>
        </p:txBody>
      </p:sp>
      <p:pic>
        <p:nvPicPr>
          <p:cNvPr id="9" name="Picture 8">
            <a:extLst>
              <a:ext uri="{FF2B5EF4-FFF2-40B4-BE49-F238E27FC236}">
                <a16:creationId xmlns:a16="http://schemas.microsoft.com/office/drawing/2014/main" id="{61B4F51C-5608-9D7C-E263-E02F75CEAD2B}"/>
              </a:ext>
            </a:extLst>
          </p:cNvPr>
          <p:cNvPicPr>
            <a:picLocks noChangeAspect="1"/>
          </p:cNvPicPr>
          <p:nvPr/>
        </p:nvPicPr>
        <p:blipFill>
          <a:blip r:embed="rId4"/>
          <a:stretch>
            <a:fillRect/>
          </a:stretch>
        </p:blipFill>
        <p:spPr>
          <a:xfrm>
            <a:off x="290310" y="1690688"/>
            <a:ext cx="8684994" cy="3813736"/>
          </a:xfrm>
          <a:prstGeom prst="rect">
            <a:avLst/>
          </a:prstGeom>
        </p:spPr>
      </p:pic>
      <p:sp>
        <p:nvSpPr>
          <p:cNvPr id="10" name="Rectangle 9">
            <a:extLst>
              <a:ext uri="{FF2B5EF4-FFF2-40B4-BE49-F238E27FC236}">
                <a16:creationId xmlns:a16="http://schemas.microsoft.com/office/drawing/2014/main" id="{BE5726D9-F147-08AD-525D-7A6E2553E724}"/>
              </a:ext>
            </a:extLst>
          </p:cNvPr>
          <p:cNvSpPr/>
          <p:nvPr/>
        </p:nvSpPr>
        <p:spPr>
          <a:xfrm>
            <a:off x="319118" y="1690689"/>
            <a:ext cx="2886306" cy="3709264"/>
          </a:xfrm>
          <a:prstGeom prst="rect">
            <a:avLst/>
          </a:prstGeom>
          <a:noFill/>
          <a:ln>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624827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97906C-4556-5564-6B22-BFD3D9EB4C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F14C88-AA0C-70A8-356E-19AE8198DE68}"/>
              </a:ext>
            </a:extLst>
          </p:cNvPr>
          <p:cNvSpPr>
            <a:spLocks noGrp="1"/>
          </p:cNvSpPr>
          <p:nvPr>
            <p:ph type="title"/>
          </p:nvPr>
        </p:nvSpPr>
        <p:spPr/>
        <p:txBody>
          <a:bodyPr/>
          <a:lstStyle/>
          <a:p>
            <a:r>
              <a:rPr lang="en-US" dirty="0"/>
              <a:t>Previous Work on GIA</a:t>
            </a:r>
          </a:p>
        </p:txBody>
      </p:sp>
      <p:sp>
        <p:nvSpPr>
          <p:cNvPr id="4" name="Date Placeholder 3">
            <a:extLst>
              <a:ext uri="{FF2B5EF4-FFF2-40B4-BE49-F238E27FC236}">
                <a16:creationId xmlns:a16="http://schemas.microsoft.com/office/drawing/2014/main" id="{E88066B9-A668-CAFE-2705-478BA1A19871}"/>
              </a:ext>
            </a:extLst>
          </p:cNvPr>
          <p:cNvSpPr>
            <a:spLocks noGrp="1"/>
          </p:cNvSpPr>
          <p:nvPr>
            <p:ph type="dt" sz="half" idx="10"/>
          </p:nvPr>
        </p:nvSpPr>
        <p:spPr/>
        <p:txBody>
          <a:bodyPr/>
          <a:lstStyle/>
          <a:p>
            <a:fld id="{A65404F8-D6E6-4722-A8D7-5A45E730DFCE}" type="datetime4">
              <a:rPr lang="en-US" smtClean="0"/>
              <a:t>December 8, 2025</a:t>
            </a:fld>
            <a:endParaRPr lang="en-US"/>
          </a:p>
        </p:txBody>
      </p:sp>
      <p:sp>
        <p:nvSpPr>
          <p:cNvPr id="5" name="Footer Placeholder 4">
            <a:extLst>
              <a:ext uri="{FF2B5EF4-FFF2-40B4-BE49-F238E27FC236}">
                <a16:creationId xmlns:a16="http://schemas.microsoft.com/office/drawing/2014/main" id="{F192C87A-7F67-7865-6205-ACE693A1454D}"/>
              </a:ext>
            </a:extLst>
          </p:cNvPr>
          <p:cNvSpPr>
            <a:spLocks noGrp="1"/>
          </p:cNvSpPr>
          <p:nvPr>
            <p:ph type="ftr" sz="quarter" idx="11"/>
          </p:nvPr>
        </p:nvSpPr>
        <p:spPr/>
        <p:txBody>
          <a:bodyPr/>
          <a:lstStyle/>
          <a:p>
            <a:pPr algn="ctr"/>
            <a:endParaRPr lang="es-MX"/>
          </a:p>
        </p:txBody>
      </p:sp>
      <p:sp>
        <p:nvSpPr>
          <p:cNvPr id="6" name="Slide Number Placeholder 5">
            <a:extLst>
              <a:ext uri="{FF2B5EF4-FFF2-40B4-BE49-F238E27FC236}">
                <a16:creationId xmlns:a16="http://schemas.microsoft.com/office/drawing/2014/main" id="{A5C52D49-DA3E-E275-7EF4-AD979616CE7F}"/>
              </a:ext>
            </a:extLst>
          </p:cNvPr>
          <p:cNvSpPr>
            <a:spLocks noGrp="1"/>
          </p:cNvSpPr>
          <p:nvPr>
            <p:ph type="sldNum" sz="quarter" idx="12"/>
          </p:nvPr>
        </p:nvSpPr>
        <p:spPr/>
        <p:txBody>
          <a:bodyPr/>
          <a:lstStyle/>
          <a:p>
            <a:fld id="{A41831D9-926B-4302-A6F7-54B31F00B9E1}" type="slidenum">
              <a:rPr lang="es-MX" smtClean="0"/>
              <a:pPr/>
              <a:t>11</a:t>
            </a:fld>
            <a:endParaRPr lang="es-MX"/>
          </a:p>
        </p:txBody>
      </p:sp>
      <p:sp>
        <p:nvSpPr>
          <p:cNvPr id="8" name="Text Placeholder 7">
            <a:extLst>
              <a:ext uri="{FF2B5EF4-FFF2-40B4-BE49-F238E27FC236}">
                <a16:creationId xmlns:a16="http://schemas.microsoft.com/office/drawing/2014/main" id="{B5A9DD83-1C8E-9855-6A16-5816FA92E3AB}"/>
              </a:ext>
            </a:extLst>
          </p:cNvPr>
          <p:cNvSpPr>
            <a:spLocks noGrp="1"/>
          </p:cNvSpPr>
          <p:nvPr>
            <p:ph type="body" sz="quarter" idx="13"/>
          </p:nvPr>
        </p:nvSpPr>
        <p:spPr/>
        <p:txBody>
          <a:bodyPr/>
          <a:lstStyle/>
          <a:p>
            <a:r>
              <a:rPr lang="en-US" dirty="0">
                <a:hlinkClick r:id="rId3"/>
              </a:rPr>
              <a:t>Zhu et al., NeurIPS 2019 · Zhao et al., arXiv:2001.02610 · Geiping et al., NeurIPS 2020 · Carletti et al., USENIX Security 2025</a:t>
            </a:r>
            <a:endParaRPr lang="en-US" dirty="0"/>
          </a:p>
        </p:txBody>
      </p:sp>
      <p:sp>
        <p:nvSpPr>
          <p:cNvPr id="9" name="Highlight: this work"/>
          <p:cNvSpPr/>
          <p:nvPr/>
        </p:nvSpPr>
        <p:spPr>
          <a:xfrm>
            <a:off x="8686800" y="1691640"/>
            <a:ext cx="3063240" cy="297180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 name="Timeline line"/>
          <p:cNvCxnSpPr/>
          <p:nvPr/>
        </p:nvCxnSpPr>
        <p:spPr>
          <a:xfrm>
            <a:off x="868680" y="2194560"/>
            <a:ext cx="8412479" cy="0"/>
          </a:xfrm>
          <a:prstGeom prst="line">
            <a:avLst/>
          </a:prstGeom>
          <a:ln w="19050">
            <a:solidFill>
              <a:srgbClr val="D9D9D9"/>
            </a:solidFill>
          </a:ln>
        </p:spPr>
        <p:style>
          <a:lnRef idx="2">
            <a:schemeClr val="accent1"/>
          </a:lnRef>
          <a:fillRef idx="0">
            <a:schemeClr val="accent1"/>
          </a:fillRef>
          <a:effectRef idx="1">
            <a:schemeClr val="accent1"/>
          </a:effectRef>
          <a:fontRef idx="minor">
            <a:schemeClr val="tx1"/>
          </a:fontRef>
        </p:style>
      </p:cxnSp>
      <p:sp>
        <p:nvSpPr>
          <p:cNvPr id="11" name="Year DLG"/>
          <p:cNvSpPr/>
          <p:nvPr/>
        </p:nvSpPr>
        <p:spPr>
          <a:xfrm>
            <a:off x="457200" y="1783080"/>
            <a:ext cx="822960" cy="822960"/>
          </a:xfrm>
          <a:prstGeom prst="ellipse">
            <a:avLst/>
          </a:prstGeom>
          <a:solidFill>
            <a:srgbClr val="CFB99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000000"/>
                </a:solidFill>
                <a:latin typeface="+mj-lt"/>
              </a:rPr>
              <a:t>2019</a:t>
            </a:r>
          </a:p>
        </p:txBody>
      </p:sp>
      <p:sp>
        <p:nvSpPr>
          <p:cNvPr id="12" name="Prior work DLG"/>
          <p:cNvSpPr txBox="1"/>
          <p:nvPr/>
        </p:nvSpPr>
        <p:spPr>
          <a:xfrm>
            <a:off x="457200" y="2788920"/>
            <a:ext cx="2560320" cy="3017520"/>
          </a:xfrm>
          <a:prstGeom prst="rect">
            <a:avLst/>
          </a:prstGeom>
          <a:noFill/>
        </p:spPr>
        <p:txBody>
          <a:bodyPr wrap="square" anchor="t" lIns="0" rIns="0" tIns="0" bIns="0">
            <a:noAutofit/>
          </a:bodyPr>
          <a:lstStyle/>
          <a:p>
            <a:pPr algn="l">
              <a:spcAft>
                <a:spcPts val="200"/>
              </a:spcAft>
            </a:pPr>
            <a:r>
              <a:rPr sz="1800" b="1">
                <a:solidFill>
                  <a:srgbClr val="000000"/>
                </a:solidFill>
                <a:latin typeface="+mj-lt"/>
              </a:rPr>
              <a:t>DLG</a:t>
            </a:r>
          </a:p>
          <a:p>
            <a:pPr algn="l">
              <a:spcAft>
                <a:spcPts val="1000"/>
              </a:spcAft>
            </a:pPr>
            <a:r>
              <a:rPr sz="1200" b="0">
                <a:solidFill>
                  <a:srgbClr val="555960"/>
                </a:solidFill>
              </a:rPr>
              <a:t>Zhu, Liu, Han · NeurIPS</a:t>
            </a:r>
          </a:p>
          <a:p>
            <a:pPr algn="l">
              <a:spcAft>
                <a:spcPts val="600"/>
              </a:spcAft>
            </a:pPr>
            <a:r>
              <a:rPr sz="1400" b="0">
                <a:solidFill>
                  <a:srgbClr val="000000"/>
                </a:solidFill>
              </a:rPr>
              <a:t>Optimizes a dummy image and label until their gradient matches the shared one (L‑BFGS, Euclidean distance)</a:t>
            </a:r>
          </a:p>
        </p:txBody>
      </p:sp>
      <p:sp>
        <p:nvSpPr>
          <p:cNvPr id="13" name="Year iDLG"/>
          <p:cNvSpPr/>
          <p:nvPr/>
        </p:nvSpPr>
        <p:spPr>
          <a:xfrm>
            <a:off x="3200400" y="1783080"/>
            <a:ext cx="822960" cy="822960"/>
          </a:xfrm>
          <a:prstGeom prst="ellipse">
            <a:avLst/>
          </a:prstGeom>
          <a:solidFill>
            <a:srgbClr val="CFB99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000000"/>
                </a:solidFill>
                <a:latin typeface="+mj-lt"/>
              </a:rPr>
              <a:t>2020</a:t>
            </a:r>
          </a:p>
        </p:txBody>
      </p:sp>
      <p:sp>
        <p:nvSpPr>
          <p:cNvPr id="14" name="Prior work iDLG"/>
          <p:cNvSpPr txBox="1"/>
          <p:nvPr/>
        </p:nvSpPr>
        <p:spPr>
          <a:xfrm>
            <a:off x="3200400" y="2788920"/>
            <a:ext cx="2560320" cy="3017520"/>
          </a:xfrm>
          <a:prstGeom prst="rect">
            <a:avLst/>
          </a:prstGeom>
          <a:noFill/>
        </p:spPr>
        <p:txBody>
          <a:bodyPr wrap="square" anchor="t" lIns="0" rIns="0" tIns="0" bIns="0">
            <a:noAutofit/>
          </a:bodyPr>
          <a:lstStyle/>
          <a:p>
            <a:pPr algn="l">
              <a:spcAft>
                <a:spcPts val="200"/>
              </a:spcAft>
            </a:pPr>
            <a:r>
              <a:rPr sz="1800" b="1">
                <a:solidFill>
                  <a:srgbClr val="000000"/>
                </a:solidFill>
                <a:latin typeface="+mj-lt"/>
              </a:rPr>
              <a:t>iDLG</a:t>
            </a:r>
          </a:p>
          <a:p>
            <a:pPr algn="l">
              <a:spcAft>
                <a:spcPts val="1000"/>
              </a:spcAft>
            </a:pPr>
            <a:r>
              <a:rPr sz="1200" b="0">
                <a:solidFill>
                  <a:srgbClr val="555960"/>
                </a:solidFill>
              </a:rPr>
              <a:t>Zhao, Mopuri, Bilen</a:t>
            </a:r>
          </a:p>
          <a:p>
            <a:pPr algn="l">
              <a:spcAft>
                <a:spcPts val="600"/>
              </a:spcAft>
            </a:pPr>
            <a:r>
              <a:rPr sz="1400" b="0">
                <a:solidFill>
                  <a:srgbClr val="000000"/>
                </a:solidFill>
              </a:rPr>
              <a:t>Reads the true label directly from the last layer's gradient, so only the image is optimized</a:t>
            </a:r>
          </a:p>
        </p:txBody>
      </p:sp>
      <p:sp>
        <p:nvSpPr>
          <p:cNvPr id="15" name="Year Inverting Gradients"/>
          <p:cNvSpPr/>
          <p:nvPr/>
        </p:nvSpPr>
        <p:spPr>
          <a:xfrm>
            <a:off x="5943600" y="1783080"/>
            <a:ext cx="822960" cy="822960"/>
          </a:xfrm>
          <a:prstGeom prst="ellipse">
            <a:avLst/>
          </a:prstGeom>
          <a:solidFill>
            <a:srgbClr val="CFB99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000000"/>
                </a:solidFill>
                <a:latin typeface="+mj-lt"/>
              </a:rPr>
              <a:t>2020</a:t>
            </a:r>
          </a:p>
        </p:txBody>
      </p:sp>
      <p:sp>
        <p:nvSpPr>
          <p:cNvPr id="16" name="Prior work Inverting Gradients"/>
          <p:cNvSpPr txBox="1"/>
          <p:nvPr/>
        </p:nvSpPr>
        <p:spPr>
          <a:xfrm>
            <a:off x="5943600" y="2788920"/>
            <a:ext cx="2560320" cy="3017520"/>
          </a:xfrm>
          <a:prstGeom prst="rect">
            <a:avLst/>
          </a:prstGeom>
          <a:noFill/>
        </p:spPr>
        <p:txBody>
          <a:bodyPr wrap="square" anchor="t" lIns="0" rIns="0" tIns="0" bIns="0">
            <a:noAutofit/>
          </a:bodyPr>
          <a:lstStyle/>
          <a:p>
            <a:pPr algn="l">
              <a:spcAft>
                <a:spcPts val="200"/>
              </a:spcAft>
            </a:pPr>
            <a:r>
              <a:rPr sz="1800" b="1">
                <a:solidFill>
                  <a:srgbClr val="000000"/>
                </a:solidFill>
                <a:latin typeface="+mj-lt"/>
              </a:rPr>
              <a:t>Inverting Gradients</a:t>
            </a:r>
          </a:p>
          <a:p>
            <a:pPr algn="l">
              <a:spcAft>
                <a:spcPts val="1000"/>
              </a:spcAft>
            </a:pPr>
            <a:r>
              <a:rPr sz="1200" b="0">
                <a:solidFill>
                  <a:srgbClr val="555960"/>
                </a:solidFill>
              </a:rPr>
              <a:t>Geiping et al. · NeurIPS</a:t>
            </a:r>
          </a:p>
          <a:p>
            <a:pPr algn="l">
              <a:spcAft>
                <a:spcPts val="600"/>
              </a:spcAft>
            </a:pPr>
            <a:r>
              <a:rPr sz="1400" b="0">
                <a:solidFill>
                  <a:srgbClr val="000000"/>
                </a:solidFill>
              </a:rPr>
              <a:t>Cosine-similarity matching plus a total-variation image prior; works on trained networks</a:t>
            </a:r>
          </a:p>
        </p:txBody>
      </p:sp>
      <p:sp>
        <p:nvSpPr>
          <p:cNvPr id="17" name="Year This work"/>
          <p:cNvSpPr/>
          <p:nvPr/>
        </p:nvSpPr>
        <p:spPr>
          <a:xfrm>
            <a:off x="8869680" y="1783080"/>
            <a:ext cx="822960" cy="82296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CFB991"/>
                </a:solidFill>
                <a:latin typeface="+mj-lt"/>
              </a:rPr>
              <a:t>Ours</a:t>
            </a:r>
          </a:p>
        </p:txBody>
      </p:sp>
      <p:sp>
        <p:nvSpPr>
          <p:cNvPr id="18" name="Prior work This work"/>
          <p:cNvSpPr txBox="1"/>
          <p:nvPr/>
        </p:nvSpPr>
        <p:spPr>
          <a:xfrm>
            <a:off x="8869680" y="2788920"/>
            <a:ext cx="2560320" cy="3017520"/>
          </a:xfrm>
          <a:prstGeom prst="rect">
            <a:avLst/>
          </a:prstGeom>
          <a:noFill/>
        </p:spPr>
        <p:txBody>
          <a:bodyPr wrap="square" anchor="t" lIns="0" rIns="0" tIns="0" bIns="0">
            <a:noAutofit/>
          </a:bodyPr>
          <a:lstStyle/>
          <a:p>
            <a:pPr algn="l">
              <a:spcAft>
                <a:spcPts val="200"/>
              </a:spcAft>
            </a:pPr>
            <a:r>
              <a:rPr sz="1800" b="1">
                <a:solidFill>
                  <a:srgbClr val="000000"/>
                </a:solidFill>
                <a:latin typeface="+mj-lt"/>
              </a:rPr>
              <a:t>This work</a:t>
            </a:r>
          </a:p>
          <a:p>
            <a:pPr algn="l">
              <a:spcAft>
                <a:spcPts val="1000"/>
              </a:spcAft>
            </a:pPr>
            <a:r>
              <a:rPr sz="1200" b="0">
                <a:solidFill>
                  <a:srgbClr val="555960"/>
                </a:solidFill>
              </a:rPr>
              <a:t>ECE 59500 project</a:t>
            </a:r>
          </a:p>
          <a:p>
            <a:pPr algn="l">
              <a:spcAft>
                <a:spcPts val="600"/>
              </a:spcAft>
            </a:pPr>
            <a:r>
              <a:rPr sz="1400" b="0">
                <a:solidFill>
                  <a:srgbClr val="000000"/>
                </a:solidFill>
              </a:rPr>
              <a:t>Combines the iDLG label, the exact input of the first fully connected layer, and cosine + TV matching, on brain MRI</a:t>
            </a:r>
          </a:p>
        </p:txBody>
      </p:sp>
    </p:spTree>
    <p:extLst>
      <p:ext uri="{BB962C8B-B14F-4D97-AF65-F5344CB8AC3E}">
        <p14:creationId xmlns:p14="http://schemas.microsoft.com/office/powerpoint/2010/main" val="35615777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97906C-4556-5564-6B22-BFD3D9EB4C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F14C88-AA0C-70A8-356E-19AE8198DE68}"/>
              </a:ext>
            </a:extLst>
          </p:cNvPr>
          <p:cNvSpPr>
            <a:spLocks noGrp="1"/>
          </p:cNvSpPr>
          <p:nvPr>
            <p:ph type="title"/>
          </p:nvPr>
        </p:nvSpPr>
        <p:spPr/>
        <p:txBody>
          <a:bodyPr/>
          <a:lstStyle/>
          <a:p>
            <a:r>
              <a:rPr lang="en-US" dirty="0"/>
              <a:t>How the Server Attacks One Update</a:t>
            </a:r>
          </a:p>
        </p:txBody>
      </p:sp>
      <p:sp>
        <p:nvSpPr>
          <p:cNvPr id="4" name="Date Placeholder 3">
            <a:extLst>
              <a:ext uri="{FF2B5EF4-FFF2-40B4-BE49-F238E27FC236}">
                <a16:creationId xmlns:a16="http://schemas.microsoft.com/office/drawing/2014/main" id="{E88066B9-A668-CAFE-2705-478BA1A19871}"/>
              </a:ext>
            </a:extLst>
          </p:cNvPr>
          <p:cNvSpPr>
            <a:spLocks noGrp="1"/>
          </p:cNvSpPr>
          <p:nvPr>
            <p:ph type="dt" sz="half" idx="10"/>
          </p:nvPr>
        </p:nvSpPr>
        <p:spPr/>
        <p:txBody>
          <a:bodyPr/>
          <a:lstStyle/>
          <a:p>
            <a:fld id="{A65404F8-D6E6-4722-A8D7-5A45E730DFCE}" type="datetime4">
              <a:rPr lang="en-US" smtClean="0"/>
              <a:t>December 8, 2025</a:t>
            </a:fld>
            <a:endParaRPr lang="en-US"/>
          </a:p>
        </p:txBody>
      </p:sp>
      <p:sp>
        <p:nvSpPr>
          <p:cNvPr id="5" name="Footer Placeholder 4">
            <a:extLst>
              <a:ext uri="{FF2B5EF4-FFF2-40B4-BE49-F238E27FC236}">
                <a16:creationId xmlns:a16="http://schemas.microsoft.com/office/drawing/2014/main" id="{F192C87A-7F67-7865-6205-ACE693A1454D}"/>
              </a:ext>
            </a:extLst>
          </p:cNvPr>
          <p:cNvSpPr>
            <a:spLocks noGrp="1"/>
          </p:cNvSpPr>
          <p:nvPr>
            <p:ph type="ftr" sz="quarter" idx="11"/>
          </p:nvPr>
        </p:nvSpPr>
        <p:spPr/>
        <p:txBody>
          <a:bodyPr/>
          <a:lstStyle/>
          <a:p>
            <a:pPr algn="ctr"/>
            <a:endParaRPr lang="es-MX"/>
          </a:p>
        </p:txBody>
      </p:sp>
      <p:sp>
        <p:nvSpPr>
          <p:cNvPr id="6" name="Slide Number Placeholder 5">
            <a:extLst>
              <a:ext uri="{FF2B5EF4-FFF2-40B4-BE49-F238E27FC236}">
                <a16:creationId xmlns:a16="http://schemas.microsoft.com/office/drawing/2014/main" id="{A5C52D49-DA3E-E275-7EF4-AD979616CE7F}"/>
              </a:ext>
            </a:extLst>
          </p:cNvPr>
          <p:cNvSpPr>
            <a:spLocks noGrp="1"/>
          </p:cNvSpPr>
          <p:nvPr>
            <p:ph type="sldNum" sz="quarter" idx="12"/>
          </p:nvPr>
        </p:nvSpPr>
        <p:spPr/>
        <p:txBody>
          <a:bodyPr/>
          <a:lstStyle/>
          <a:p>
            <a:fld id="{A41831D9-926B-4302-A6F7-54B31F00B9E1}" type="slidenum">
              <a:rPr lang="es-MX" smtClean="0"/>
              <a:pPr/>
              <a:t>11</a:t>
            </a:fld>
            <a:endParaRPr lang="es-MX"/>
          </a:p>
        </p:txBody>
      </p:sp>
      <p:sp>
        <p:nvSpPr>
          <p:cNvPr id="8" name="Text Placeholder 7">
            <a:extLst>
              <a:ext uri="{FF2B5EF4-FFF2-40B4-BE49-F238E27FC236}">
                <a16:creationId xmlns:a16="http://schemas.microsoft.com/office/drawing/2014/main" id="{B5A9DD83-1C8E-9855-6A16-5816FA92E3AB}"/>
              </a:ext>
            </a:extLst>
          </p:cNvPr>
          <p:cNvSpPr>
            <a:spLocks noGrp="1"/>
          </p:cNvSpPr>
          <p:nvPr>
            <p:ph type="body" sz="quarter" idx="13"/>
          </p:nvPr>
        </p:nvSpPr>
        <p:spPr/>
        <p:txBody>
          <a:bodyPr/>
          <a:lstStyle/>
          <a:p>
            <a:r>
              <a:rPr lang="en-US" dirty="0">
                <a:hlinkClick r:id="rId2"/>
              </a:rPr>
              <a:t>Zhao et al., arXiv:2001.02610 · Geiping et al., NeurIPS 2020 · code: src/gia_attack.py</a:t>
            </a:r>
            <a:endParaRPr lang="en-US" dirty="0"/>
          </a:p>
        </p:txBody>
      </p:sp>
      <p:sp>
        <p:nvSpPr>
          <p:cNvPr id="9" name="Step 1 number"/>
          <p:cNvSpPr/>
          <p:nvPr/>
        </p:nvSpPr>
        <p:spPr>
          <a:xfrm>
            <a:off x="457200" y="1874519"/>
            <a:ext cx="640080" cy="640080"/>
          </a:xfrm>
          <a:prstGeom prst="ellipse">
            <a:avLst/>
          </a:prstGeom>
          <a:solidFill>
            <a:srgbClr val="CFB99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000000"/>
                </a:solidFill>
                <a:latin typeface="+mj-lt"/>
              </a:rPr>
              <a:t>1</a:t>
            </a:r>
          </a:p>
        </p:txBody>
      </p:sp>
      <p:sp>
        <p:nvSpPr>
          <p:cNvPr id="10" name="Step 1 heading"/>
          <p:cNvSpPr txBox="1"/>
          <p:nvPr/>
        </p:nvSpPr>
        <p:spPr>
          <a:xfrm>
            <a:off x="1325880" y="1737360"/>
            <a:ext cx="6309360" cy="365760"/>
          </a:xfrm>
          <a:prstGeom prst="rect">
            <a:avLst/>
          </a:prstGeom>
          <a:noFill/>
        </p:spPr>
        <p:txBody>
          <a:bodyPr wrap="square" anchor="t" lIns="0" rIns="0" tIns="0" bIns="0">
            <a:noAutofit/>
          </a:bodyPr>
          <a:lstStyle/>
          <a:p>
            <a:pPr algn="l">
              <a:spcAft>
                <a:spcPts val="0"/>
              </a:spcAft>
            </a:pPr>
            <a:r>
              <a:rPr sz="1800" b="1">
                <a:solidFill>
                  <a:srgbClr val="000000"/>
                </a:solidFill>
                <a:latin typeface="+mj-lt"/>
              </a:rPr>
              <a:t>Recover the gradient</a:t>
            </a:r>
          </a:p>
        </p:txBody>
      </p:sp>
      <mc:AlternateContent xmlns:mc="http://schemas.openxmlformats.org/markup-compatibility/2006">
        <mc:Choice xmlns:a14="http://schemas.microsoft.com/office/drawing/2010/main" Requires="a14">
          <p:sp>
            <p:nvSpPr>
              <p:cNvPr id="11" name="Step 1 equation"/>
              <p:cNvSpPr txBox="1"/>
              <p:nvPr/>
            </p:nvSpPr>
            <p:spPr>
              <a:xfrm>
                <a:off x="1325880" y="2103120"/>
                <a:ext cx="3108960" cy="566928"/>
              </a:xfrm>
              <a:prstGeom prst="rect">
                <a:avLst/>
              </a:prstGeom>
              <a:noFill/>
            </p:spPr>
            <p:txBody>
              <a:bodyPr wrap="square" anchor="ctr" lIns="0" rIns="0" tIns="0" bIns="0">
                <a:noAutofit/>
              </a:bodyPr>
              <a:lstStyle/>
              <a:p>
                <a:pPr algn="l">
                  <a:spcAft>
                    <a:spcPts val="600"/>
                  </a:spcAft>
                </a:pPr>
                <a14:m>
                  <m:oMathPara xmlns:m="http://schemas.openxmlformats.org/officeDocument/2006/math">
                    <m:oMathParaPr>
                      <m:jc m:val="left"/>
                    </m:oMathParaPr>
                    <m:oMath>
                      <m:r>
                        <a:rPr lang="en-US" sz="1800" i="1">
                          <a:solidFill>
                            <a:srgbClr val="000000"/>
                          </a:solidFill>
                          <a:latin typeface="Cambria Math" panose="02040503050406030204" pitchFamily="18" charset="0"/>
                        </a:rPr>
                        <m:t>g=</m:t>
                      </m:r>
                      <m:f>
                        <m:fPr>
                          <m:type m:val="bar"/>
                        </m:fPr>
                        <m:num>
                          <m:sSub>
                            <m:e>
                              <m:r>
                                <a:rPr lang="en-US" sz="1800" i="1">
                                  <a:solidFill>
                                    <a:srgbClr val="000000"/>
                                  </a:solidFill>
                                  <a:latin typeface="Cambria Math" panose="02040503050406030204" pitchFamily="18" charset="0"/>
                                </a:rPr>
                                <m:t>w</m:t>
                              </m:r>
                            </m:e>
                            <m:sub>
                              <m:r>
                                <m:rPr>
                                  <m:sty m:val="p"/>
                                </m:rPr>
                                <a:rPr lang="en-US" sz="1800" i="0">
                                  <a:solidFill>
                                    <a:srgbClr val="000000"/>
                                  </a:solidFill>
                                  <a:latin typeface="Cambria Math" panose="02040503050406030204" pitchFamily="18" charset="0"/>
                                </a:rPr>
                                <m:t>global</m:t>
                              </m:r>
                            </m:sub>
                          </m:sSub>
                          <m:r>
                            <a:rPr lang="en-US" sz="1800" i="1">
                              <a:solidFill>
                                <a:srgbClr val="000000"/>
                              </a:solidFill>
                              <a:latin typeface="Cambria Math" panose="02040503050406030204" pitchFamily="18" charset="0"/>
                            </a:rPr>
                            <m:t>−</m:t>
                          </m:r>
                          <m:sSub>
                            <m:e>
                              <m:r>
                                <a:rPr lang="en-US" sz="1800" i="1">
                                  <a:solidFill>
                                    <a:srgbClr val="000000"/>
                                  </a:solidFill>
                                  <a:latin typeface="Cambria Math" panose="02040503050406030204" pitchFamily="18" charset="0"/>
                                </a:rPr>
                                <m:t>w</m:t>
                              </m:r>
                            </m:e>
                            <m:sub>
                              <m:r>
                                <m:rPr>
                                  <m:sty m:val="p"/>
                                </m:rPr>
                                <a:rPr lang="en-US" sz="1800" i="0">
                                  <a:solidFill>
                                    <a:srgbClr val="000000"/>
                                  </a:solidFill>
                                  <a:latin typeface="Cambria Math" panose="02040503050406030204" pitchFamily="18" charset="0"/>
                                </a:rPr>
                                <m:t>client</m:t>
                              </m:r>
                            </m:sub>
                          </m:sSub>
                        </m:num>
                        <m:den>
                          <m:r>
                            <a:rPr lang="en-US" sz="1800" i="1">
                              <a:solidFill>
                                <a:srgbClr val="000000"/>
                              </a:solidFill>
                              <a:latin typeface="Cambria Math" panose="02040503050406030204" pitchFamily="18" charset="0"/>
                            </a:rPr>
                            <m:t>η</m:t>
                          </m:r>
                        </m:den>
                      </m:f>
                    </m:oMath>
                  </m:oMathPara>
                </a14:m>
              </a:p>
            </p:txBody>
          </p:sp>
        </mc:Choice>
        <mc:Fallback>
          <p:sp>
            <p:nvSpPr>
              <p:cNvPr id="11" name="Step 1 equation"/>
              <p:cNvSpPr txBox="1"/>
              <p:nvPr/>
            </p:nvSpPr>
            <p:spPr>
              <a:xfrm>
                <a:off x="1325880" y="2103120"/>
                <a:ext cx="3108960" cy="566928"/>
              </a:xfrm>
              <a:prstGeom prst="rect">
                <a:avLst/>
              </a:prstGeom>
              <a:noFill/>
            </p:spPr>
            <p:txBody>
              <a:bodyPr wrap="square" anchor="ctr" lIns="0" rIns="0" tIns="0" bIns="0">
                <a:noAutofit/>
              </a:bodyPr>
              <a:lstStyle/>
              <a:p>
                <a:pPr algn="l">
                  <a:spcAft>
                    <a:spcPts val="600"/>
                  </a:spcAft>
                </a:pPr>
                <a:r>
                  <a:rPr sz="1800" b="0">
                    <a:solidFill>
                      <a:srgbClr val="000000"/>
                    </a:solidFill>
                  </a:rPr>
                  <a:t>g = (w_global − w_client) / η</a:t>
                </a:r>
              </a:p>
            </p:txBody>
          </p:sp>
        </mc:Fallback>
      </mc:AlternateContent>
      <p:sp>
        <p:nvSpPr>
          <p:cNvPr id="12" name="Step 1 note"/>
          <p:cNvSpPr txBox="1"/>
          <p:nvPr/>
        </p:nvSpPr>
        <p:spPr>
          <a:xfrm>
            <a:off x="4572000" y="2103120"/>
            <a:ext cx="3063240" cy="566928"/>
          </a:xfrm>
          <a:prstGeom prst="rect">
            <a:avLst/>
          </a:prstGeom>
          <a:noFill/>
        </p:spPr>
        <p:txBody>
          <a:bodyPr wrap="square" anchor="ctr" lIns="0" rIns="0" tIns="0" bIns="0">
            <a:noAutofit/>
          </a:bodyPr>
          <a:lstStyle/>
          <a:p>
            <a:pPr algn="l">
              <a:spcAft>
                <a:spcPts val="0"/>
              </a:spcAft>
            </a:pPr>
            <a:r>
              <a:rPr sz="1400" b="0">
                <a:solidFill>
                  <a:srgbClr val="555960"/>
                </a:solidFill>
              </a:rPr>
              <a:t>the client took exactly one SGD step</a:t>
            </a:r>
          </a:p>
        </p:txBody>
      </p:sp>
      <p:sp>
        <p:nvSpPr>
          <p:cNvPr id="13" name="Step 2 number"/>
          <p:cNvSpPr/>
          <p:nvPr/>
        </p:nvSpPr>
        <p:spPr>
          <a:xfrm>
            <a:off x="457200" y="2880360"/>
            <a:ext cx="640080" cy="640080"/>
          </a:xfrm>
          <a:prstGeom prst="ellipse">
            <a:avLst/>
          </a:prstGeom>
          <a:solidFill>
            <a:srgbClr val="CFB99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000000"/>
                </a:solidFill>
                <a:latin typeface="+mj-lt"/>
              </a:rPr>
              <a:t>2</a:t>
            </a:r>
          </a:p>
        </p:txBody>
      </p:sp>
      <p:sp>
        <p:nvSpPr>
          <p:cNvPr id="14" name="Step 2 heading"/>
          <p:cNvSpPr txBox="1"/>
          <p:nvPr/>
        </p:nvSpPr>
        <p:spPr>
          <a:xfrm>
            <a:off x="1325880" y="2743200"/>
            <a:ext cx="6309360" cy="365760"/>
          </a:xfrm>
          <a:prstGeom prst="rect">
            <a:avLst/>
          </a:prstGeom>
          <a:noFill/>
        </p:spPr>
        <p:txBody>
          <a:bodyPr wrap="square" anchor="t" lIns="0" rIns="0" tIns="0" bIns="0">
            <a:noAutofit/>
          </a:bodyPr>
          <a:lstStyle/>
          <a:p>
            <a:pPr algn="l">
              <a:spcAft>
                <a:spcPts val="0"/>
              </a:spcAft>
            </a:pPr>
            <a:r>
              <a:rPr sz="1800" b="1">
                <a:solidFill>
                  <a:srgbClr val="000000"/>
                </a:solidFill>
                <a:latin typeface="+mj-lt"/>
              </a:rPr>
              <a:t>Recover the label (iDLG)</a:t>
            </a:r>
          </a:p>
        </p:txBody>
      </p:sp>
      <mc:AlternateContent xmlns:mc="http://schemas.openxmlformats.org/markup-compatibility/2006">
        <mc:Choice xmlns:a14="http://schemas.microsoft.com/office/drawing/2010/main" Requires="a14">
          <p:sp>
            <p:nvSpPr>
              <p:cNvPr id="15" name="Step 2 equation"/>
              <p:cNvSpPr txBox="1"/>
              <p:nvPr/>
            </p:nvSpPr>
            <p:spPr>
              <a:xfrm>
                <a:off x="1325880" y="3108960"/>
                <a:ext cx="3108960" cy="566928"/>
              </a:xfrm>
              <a:prstGeom prst="rect">
                <a:avLst/>
              </a:prstGeom>
              <a:noFill/>
            </p:spPr>
            <p:txBody>
              <a:bodyPr wrap="square" anchor="ctr" lIns="0" rIns="0" tIns="0" bIns="0">
                <a:noAutofit/>
              </a:bodyPr>
              <a:lstStyle/>
              <a:p>
                <a:pPr algn="l">
                  <a:spcAft>
                    <a:spcPts val="600"/>
                  </a:spcAft>
                </a:pPr>
                <a14:m>
                  <m:oMathPara xmlns:m="http://schemas.openxmlformats.org/officeDocument/2006/math">
                    <m:oMathParaPr>
                      <m:jc m:val="left"/>
                    </m:oMathParaPr>
                    <m:oMath>
                      <m:acc>
                        <m:accPr>
                          <m:chr m:val="̂"/>
                        </m:accPr>
                        <m:e>
                          <m:r>
                            <a:rPr lang="en-US" sz="1800" i="1">
                              <a:solidFill>
                                <a:srgbClr val="000000"/>
                              </a:solidFill>
                              <a:latin typeface="Cambria Math" panose="02040503050406030204" pitchFamily="18" charset="0"/>
                            </a:rPr>
                            <m:t>y</m:t>
                          </m:r>
                        </m:e>
                      </m:acc>
                      <m:r>
                        <a:rPr lang="en-US" sz="1800" i="1">
                          <a:solidFill>
                            <a:srgbClr val="000000"/>
                          </a:solidFill>
                          <a:latin typeface="Cambria Math" panose="02040503050406030204" pitchFamily="18" charset="0"/>
                        </a:rPr>
                        <m:t>=</m:t>
                      </m:r>
                      <m:limLow>
                        <m:e>
                          <m:r>
                            <m:rPr>
                              <m:sty m:val="p"/>
                            </m:rPr>
                            <a:rPr lang="en-US" sz="1800" i="0">
                              <a:solidFill>
                                <a:srgbClr val="000000"/>
                              </a:solidFill>
                              <a:latin typeface="Cambria Math" panose="02040503050406030204" pitchFamily="18" charset="0"/>
                            </a:rPr>
                            <m:t>arg</m:t>
                          </m:r>
                          <m:r>
                            <m:rPr>
                              <m:sty m:val="p"/>
                            </m:rPr>
                            <a:rPr lang="en-US" sz="1800" i="0">
                              <a:solidFill>
                                <a:srgbClr val="000000"/>
                              </a:solidFill>
                              <a:latin typeface="Cambria Math" panose="02040503050406030204" pitchFamily="18" charset="0"/>
                            </a:rPr>
                            <m:t>min</m:t>
                          </m:r>
                        </m:e>
                        <m:lim>
                          <m:r>
                            <a:rPr lang="en-US" sz="1800" i="1">
                              <a:solidFill>
                                <a:srgbClr val="000000"/>
                              </a:solidFill>
                              <a:latin typeface="Cambria Math" panose="02040503050406030204" pitchFamily="18" charset="0"/>
                            </a:rPr>
                            <m:t>c</m:t>
                          </m:r>
                        </m:lim>
                      </m:limLow>
                      <m:f>
                        <m:fPr>
                          <m:type m:val="bar"/>
                        </m:fPr>
                        <m:num>
                          <m:r>
                            <a:rPr lang="en-US" sz="1800" i="1">
                              <a:solidFill>
                                <a:srgbClr val="000000"/>
                              </a:solidFill>
                              <a:latin typeface="Cambria Math" panose="02040503050406030204" pitchFamily="18" charset="0"/>
                            </a:rPr>
                            <m:t>∂ℒ</m:t>
                          </m:r>
                        </m:num>
                        <m:den>
                          <m:r>
                            <a:rPr lang="en-US" sz="1800" i="1">
                              <a:solidFill>
                                <a:srgbClr val="000000"/>
                              </a:solidFill>
                              <a:latin typeface="Cambria Math" panose="02040503050406030204" pitchFamily="18" charset="0"/>
                            </a:rPr>
                            <m:t>∂</m:t>
                          </m:r>
                          <m:sSub>
                            <m:e>
                              <m:r>
                                <a:rPr lang="en-US" sz="1800" i="1">
                                  <a:solidFill>
                                    <a:srgbClr val="000000"/>
                                  </a:solidFill>
                                  <a:latin typeface="Cambria Math" panose="02040503050406030204" pitchFamily="18" charset="0"/>
                                </a:rPr>
                                <m:t>b</m:t>
                              </m:r>
                            </m:e>
                            <m:sub>
                              <m:r>
                                <a:rPr lang="en-US" sz="1800" i="1">
                                  <a:solidFill>
                                    <a:srgbClr val="000000"/>
                                  </a:solidFill>
                                  <a:latin typeface="Cambria Math" panose="02040503050406030204" pitchFamily="18" charset="0"/>
                                </a:rPr>
                                <m:t>c</m:t>
                              </m:r>
                            </m:sub>
                          </m:sSub>
                        </m:den>
                      </m:f>
                    </m:oMath>
                  </m:oMathPara>
                </a14:m>
              </a:p>
            </p:txBody>
          </p:sp>
        </mc:Choice>
        <mc:Fallback>
          <p:sp>
            <p:nvSpPr>
              <p:cNvPr id="15" name="Step 2 equation"/>
              <p:cNvSpPr txBox="1"/>
              <p:nvPr/>
            </p:nvSpPr>
            <p:spPr>
              <a:xfrm>
                <a:off x="1325880" y="3108960"/>
                <a:ext cx="3108960" cy="566928"/>
              </a:xfrm>
              <a:prstGeom prst="rect">
                <a:avLst/>
              </a:prstGeom>
              <a:noFill/>
            </p:spPr>
            <p:txBody>
              <a:bodyPr wrap="square" anchor="ctr" lIns="0" rIns="0" tIns="0" bIns="0">
                <a:noAutofit/>
              </a:bodyPr>
              <a:lstStyle/>
              <a:p>
                <a:pPr algn="l">
                  <a:spcAft>
                    <a:spcPts val="600"/>
                  </a:spcAft>
                </a:pPr>
                <a:r>
                  <a:rPr sz="1800" b="0">
                    <a:solidFill>
                      <a:srgbClr val="000000"/>
                    </a:solidFill>
                  </a:rPr>
                  <a:t>ŷ = argmin_c ∂L/∂b_c</a:t>
                </a:r>
              </a:p>
            </p:txBody>
          </p:sp>
        </mc:Fallback>
      </mc:AlternateContent>
      <p:sp>
        <p:nvSpPr>
          <p:cNvPr id="16" name="Step 2 note"/>
          <p:cNvSpPr txBox="1"/>
          <p:nvPr/>
        </p:nvSpPr>
        <p:spPr>
          <a:xfrm>
            <a:off x="4572000" y="3108960"/>
            <a:ext cx="3063240" cy="566928"/>
          </a:xfrm>
          <a:prstGeom prst="rect">
            <a:avLst/>
          </a:prstGeom>
          <a:noFill/>
        </p:spPr>
        <p:txBody>
          <a:bodyPr wrap="square" anchor="ctr" lIns="0" rIns="0" tIns="0" bIns="0">
            <a:noAutofit/>
          </a:bodyPr>
          <a:lstStyle/>
          <a:p>
            <a:pPr algn="l">
              <a:spcAft>
                <a:spcPts val="0"/>
              </a:spcAft>
            </a:pPr>
            <a:r>
              <a:rPr sz="1400" b="0">
                <a:solidFill>
                  <a:srgbClr val="555960"/>
                </a:solidFill>
              </a:rPr>
              <a:t>only the true class's bias gradient is negative</a:t>
            </a:r>
          </a:p>
        </p:txBody>
      </p:sp>
      <p:sp>
        <p:nvSpPr>
          <p:cNvPr id="17" name="Step 3 number"/>
          <p:cNvSpPr/>
          <p:nvPr/>
        </p:nvSpPr>
        <p:spPr>
          <a:xfrm>
            <a:off x="457200" y="3886200"/>
            <a:ext cx="640080" cy="640080"/>
          </a:xfrm>
          <a:prstGeom prst="ellipse">
            <a:avLst/>
          </a:prstGeom>
          <a:solidFill>
            <a:srgbClr val="CFB99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000000"/>
                </a:solidFill>
                <a:latin typeface="+mj-lt"/>
              </a:rPr>
              <a:t>3</a:t>
            </a:r>
          </a:p>
        </p:txBody>
      </p:sp>
      <p:sp>
        <p:nvSpPr>
          <p:cNvPr id="18" name="Step 3 heading"/>
          <p:cNvSpPr txBox="1"/>
          <p:nvPr/>
        </p:nvSpPr>
        <p:spPr>
          <a:xfrm>
            <a:off x="1325880" y="3749039"/>
            <a:ext cx="6309360" cy="365760"/>
          </a:xfrm>
          <a:prstGeom prst="rect">
            <a:avLst/>
          </a:prstGeom>
          <a:noFill/>
        </p:spPr>
        <p:txBody>
          <a:bodyPr wrap="square" anchor="t" lIns="0" rIns="0" tIns="0" bIns="0">
            <a:noAutofit/>
          </a:bodyPr>
          <a:lstStyle/>
          <a:p>
            <a:pPr algn="l">
              <a:spcAft>
                <a:spcPts val="0"/>
              </a:spcAft>
            </a:pPr>
            <a:r>
              <a:rPr sz="1800" b="1">
                <a:solidFill>
                  <a:srgbClr val="000000"/>
                </a:solidFill>
                <a:latin typeface="+mj-lt"/>
              </a:rPr>
              <a:t>Recover the features</a:t>
            </a:r>
          </a:p>
        </p:txBody>
      </p:sp>
      <mc:AlternateContent xmlns:mc="http://schemas.openxmlformats.org/markup-compatibility/2006">
        <mc:Choice xmlns:a14="http://schemas.microsoft.com/office/drawing/2010/main" Requires="a14">
          <p:sp>
            <p:nvSpPr>
              <p:cNvPr id="19" name="Step 3 equation"/>
              <p:cNvSpPr txBox="1"/>
              <p:nvPr/>
            </p:nvSpPr>
            <p:spPr>
              <a:xfrm>
                <a:off x="1325880" y="4114800"/>
                <a:ext cx="3108960" cy="566928"/>
              </a:xfrm>
              <a:prstGeom prst="rect">
                <a:avLst/>
              </a:prstGeom>
              <a:noFill/>
            </p:spPr>
            <p:txBody>
              <a:bodyPr wrap="square" anchor="ctr" lIns="0" rIns="0" tIns="0" bIns="0">
                <a:noAutofit/>
              </a:bodyPr>
              <a:lstStyle/>
              <a:p>
                <a:pPr algn="l">
                  <a:spcAft>
                    <a:spcPts val="600"/>
                  </a:spcAft>
                </a:pPr>
                <a14:m>
                  <m:oMathPara xmlns:m="http://schemas.openxmlformats.org/officeDocument/2006/math">
                    <m:oMathParaPr>
                      <m:jc m:val="left"/>
                    </m:oMathParaPr>
                    <m:oMath>
                      <m:r>
                        <a:rPr lang="en-US" sz="1800" i="1">
                          <a:solidFill>
                            <a:srgbClr val="000000"/>
                          </a:solidFill>
                          <a:latin typeface="Cambria Math" panose="02040503050406030204" pitchFamily="18" charset="0"/>
                        </a:rPr>
                        <m:t>h=</m:t>
                      </m:r>
                      <m:f>
                        <m:fPr>
                          <m:type m:val="bar"/>
                        </m:fPr>
                        <m:num>
                          <m:sSup>
                            <m:e>
                              <m:d>
                                <m:dPr>
                                  <m:sepChr m:val=""/>
                                </m:dPr>
                                <m:e>
                                  <m:sSub>
                                    <m:e>
                                      <m:r>
                                        <a:rPr lang="en-US" sz="1800" i="1">
                                          <a:solidFill>
                                            <a:srgbClr val="000000"/>
                                          </a:solidFill>
                                          <a:latin typeface="Cambria Math" panose="02040503050406030204" pitchFamily="18" charset="0"/>
                                        </a:rPr>
                                        <m:t>∇</m:t>
                                      </m:r>
                                    </m:e>
                                    <m:sub>
                                      <m:r>
                                        <a:rPr lang="en-US" sz="1800" i="1">
                                          <a:solidFill>
                                            <a:srgbClr val="000000"/>
                                          </a:solidFill>
                                          <a:latin typeface="Cambria Math" panose="02040503050406030204" pitchFamily="18" charset="0"/>
                                        </a:rPr>
                                        <m:t>b</m:t>
                                      </m:r>
                                    </m:sub>
                                  </m:sSub>
                                  <m:r>
                                    <a:rPr lang="en-US" sz="1800" i="1">
                                      <a:solidFill>
                                        <a:srgbClr val="000000"/>
                                      </a:solidFill>
                                      <a:latin typeface="Cambria Math" panose="02040503050406030204" pitchFamily="18" charset="0"/>
                                    </a:rPr>
                                    <m:t>ℒ</m:t>
                                  </m:r>
                                </m:e>
                              </m:d>
                            </m:e>
                            <m:sup>
                              <m:r>
                                <a:rPr lang="en-US" sz="1800" i="1">
                                  <a:solidFill>
                                    <a:srgbClr val="000000"/>
                                  </a:solidFill>
                                  <a:latin typeface="Cambria Math" panose="02040503050406030204" pitchFamily="18" charset="0"/>
                                </a:rPr>
                                <m:t>⊤</m:t>
                              </m:r>
                            </m:sup>
                          </m:sSup>
                          <m:sSub>
                            <m:e>
                              <m:r>
                                <a:rPr lang="en-US" sz="1800" i="1">
                                  <a:solidFill>
                                    <a:srgbClr val="000000"/>
                                  </a:solidFill>
                                  <a:latin typeface="Cambria Math" panose="02040503050406030204" pitchFamily="18" charset="0"/>
                                </a:rPr>
                                <m:t>∇</m:t>
                              </m:r>
                            </m:e>
                            <m:sub>
                              <m:r>
                                <a:rPr lang="en-US" sz="1800" i="1">
                                  <a:solidFill>
                                    <a:srgbClr val="000000"/>
                                  </a:solidFill>
                                  <a:latin typeface="Cambria Math" panose="02040503050406030204" pitchFamily="18" charset="0"/>
                                </a:rPr>
                                <m:t>W</m:t>
                              </m:r>
                            </m:sub>
                          </m:sSub>
                          <m:r>
                            <a:rPr lang="en-US" sz="1800" i="1">
                              <a:solidFill>
                                <a:srgbClr val="000000"/>
                              </a:solidFill>
                              <a:latin typeface="Cambria Math" panose="02040503050406030204" pitchFamily="18" charset="0"/>
                            </a:rPr>
                            <m:t>ℒ</m:t>
                          </m:r>
                        </m:num>
                        <m:den>
                          <m:sSup>
                            <m:e>
                              <m:d>
                                <m:dPr>
                                  <m:begChr m:val="‖"/>
                                  <m:sepChr m:val=""/>
                                  <m:endChr m:val="‖"/>
                                </m:dPr>
                                <m:e>
                                  <m:sSub>
                                    <m:e>
                                      <m:r>
                                        <a:rPr lang="en-US" sz="1800" i="1">
                                          <a:solidFill>
                                            <a:srgbClr val="000000"/>
                                          </a:solidFill>
                                          <a:latin typeface="Cambria Math" panose="02040503050406030204" pitchFamily="18" charset="0"/>
                                        </a:rPr>
                                        <m:t>∇</m:t>
                                      </m:r>
                                    </m:e>
                                    <m:sub>
                                      <m:r>
                                        <a:rPr lang="en-US" sz="1800" i="1">
                                          <a:solidFill>
                                            <a:srgbClr val="000000"/>
                                          </a:solidFill>
                                          <a:latin typeface="Cambria Math" panose="02040503050406030204" pitchFamily="18" charset="0"/>
                                        </a:rPr>
                                        <m:t>b</m:t>
                                      </m:r>
                                    </m:sub>
                                  </m:sSub>
                                  <m:r>
                                    <a:rPr lang="en-US" sz="1800" i="1">
                                      <a:solidFill>
                                        <a:srgbClr val="000000"/>
                                      </a:solidFill>
                                      <a:latin typeface="Cambria Math" panose="02040503050406030204" pitchFamily="18" charset="0"/>
                                    </a:rPr>
                                    <m:t>ℒ</m:t>
                                  </m:r>
                                </m:e>
                              </m:d>
                            </m:e>
                            <m:sup>
                              <m:r>
                                <a:rPr lang="en-US" sz="1800" i="1">
                                  <a:solidFill>
                                    <a:srgbClr val="000000"/>
                                  </a:solidFill>
                                  <a:latin typeface="Cambria Math" panose="02040503050406030204" pitchFamily="18" charset="0"/>
                                </a:rPr>
                                <m:t>2</m:t>
                              </m:r>
                            </m:sup>
                          </m:sSup>
                        </m:den>
                      </m:f>
                    </m:oMath>
                  </m:oMathPara>
                </a14:m>
              </a:p>
            </p:txBody>
          </p:sp>
        </mc:Choice>
        <mc:Fallback>
          <p:sp>
            <p:nvSpPr>
              <p:cNvPr id="19" name="Step 3 equation"/>
              <p:cNvSpPr txBox="1"/>
              <p:nvPr/>
            </p:nvSpPr>
            <p:spPr>
              <a:xfrm>
                <a:off x="1325880" y="4114800"/>
                <a:ext cx="3108960" cy="566928"/>
              </a:xfrm>
              <a:prstGeom prst="rect">
                <a:avLst/>
              </a:prstGeom>
              <a:noFill/>
            </p:spPr>
            <p:txBody>
              <a:bodyPr wrap="square" anchor="ctr" lIns="0" rIns="0" tIns="0" bIns="0">
                <a:noAutofit/>
              </a:bodyPr>
              <a:lstStyle/>
              <a:p>
                <a:pPr algn="l">
                  <a:spcAft>
                    <a:spcPts val="600"/>
                  </a:spcAft>
                </a:pPr>
                <a:r>
                  <a:rPr sz="1800" b="0">
                    <a:solidFill>
                      <a:srgbClr val="000000"/>
                    </a:solidFill>
                  </a:rPr>
                  <a:t>h = (∇_b L)ᵀ ∇_W L / ‖∇_b L‖²</a:t>
                </a:r>
              </a:p>
            </p:txBody>
          </p:sp>
        </mc:Fallback>
      </mc:AlternateContent>
      <p:sp>
        <p:nvSpPr>
          <p:cNvPr id="20" name="Step 3 note"/>
          <p:cNvSpPr txBox="1"/>
          <p:nvPr/>
        </p:nvSpPr>
        <p:spPr>
          <a:xfrm>
            <a:off x="4572000" y="4114800"/>
            <a:ext cx="3063240" cy="566928"/>
          </a:xfrm>
          <a:prstGeom prst="rect">
            <a:avLst/>
          </a:prstGeom>
          <a:noFill/>
        </p:spPr>
        <p:txBody>
          <a:bodyPr wrap="square" anchor="ctr" lIns="0" rIns="0" tIns="0" bIns="0">
            <a:noAutofit/>
          </a:bodyPr>
          <a:lstStyle/>
          <a:p>
            <a:pPr algn="l">
              <a:spcAft>
                <a:spcPts val="0"/>
              </a:spcAft>
            </a:pPr>
            <a:r>
              <a:rPr sz="1400" b="0">
                <a:solidFill>
                  <a:srgbClr val="555960"/>
                </a:solidFill>
              </a:rPr>
              <a:t>input of the first FC layer, exact for one image</a:t>
            </a:r>
          </a:p>
        </p:txBody>
      </p:sp>
      <p:sp>
        <p:nvSpPr>
          <p:cNvPr id="21" name="Step 4 number"/>
          <p:cNvSpPr/>
          <p:nvPr/>
        </p:nvSpPr>
        <p:spPr>
          <a:xfrm>
            <a:off x="457200" y="4892040"/>
            <a:ext cx="640080" cy="640080"/>
          </a:xfrm>
          <a:prstGeom prst="ellipse">
            <a:avLst/>
          </a:prstGeom>
          <a:solidFill>
            <a:srgbClr val="CFB99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000000"/>
                </a:solidFill>
                <a:latin typeface="+mj-lt"/>
              </a:rPr>
              <a:t>4</a:t>
            </a:r>
          </a:p>
        </p:txBody>
      </p:sp>
      <p:sp>
        <p:nvSpPr>
          <p:cNvPr id="22" name="Step 4 heading"/>
          <p:cNvSpPr txBox="1"/>
          <p:nvPr/>
        </p:nvSpPr>
        <p:spPr>
          <a:xfrm>
            <a:off x="1325880" y="4754880"/>
            <a:ext cx="2926080" cy="365760"/>
          </a:xfrm>
          <a:prstGeom prst="rect">
            <a:avLst/>
          </a:prstGeom>
          <a:noFill/>
        </p:spPr>
        <p:txBody>
          <a:bodyPr wrap="square" anchor="t" lIns="0" rIns="0" tIns="0" bIns="0">
            <a:noAutofit/>
          </a:bodyPr>
          <a:lstStyle/>
          <a:p>
            <a:pPr algn="l">
              <a:spcAft>
                <a:spcPts val="0"/>
              </a:spcAft>
            </a:pPr>
            <a:r>
              <a:rPr sz="1800" b="1">
                <a:solidFill>
                  <a:srgbClr val="000000"/>
                </a:solidFill>
                <a:latin typeface="+mj-lt"/>
              </a:rPr>
              <a:t>Recover the image</a:t>
            </a:r>
          </a:p>
        </p:txBody>
      </p:sp>
      <p:sp>
        <p:nvSpPr>
          <p:cNvPr id="23" name="Step 4 note"/>
          <p:cNvSpPr txBox="1"/>
          <p:nvPr/>
        </p:nvSpPr>
        <p:spPr>
          <a:xfrm>
            <a:off x="4343400" y="4773168"/>
            <a:ext cx="7406640" cy="365760"/>
          </a:xfrm>
          <a:prstGeom prst="rect">
            <a:avLst/>
          </a:prstGeom>
          <a:noFill/>
        </p:spPr>
        <p:txBody>
          <a:bodyPr wrap="square" anchor="t" lIns="0" rIns="0" tIns="0" bIns="0">
            <a:noAutofit/>
          </a:bodyPr>
          <a:lstStyle/>
          <a:p>
            <a:pPr algn="l">
              <a:spcAft>
                <a:spcPts val="0"/>
              </a:spcAft>
            </a:pPr>
            <a:r>
              <a:rPr sz="1400" b="0">
                <a:solidFill>
                  <a:srgbClr val="555960"/>
                </a:solidFill>
              </a:rPr>
              <a:t>ϕ(x): first FC layer's input for the dummy image x · TV: total variation</a:t>
            </a:r>
          </a:p>
        </p:txBody>
      </p:sp>
      <mc:AlternateContent xmlns:mc="http://schemas.openxmlformats.org/markup-compatibility/2006">
        <mc:Choice xmlns:a14="http://schemas.microsoft.com/office/drawing/2010/main" Requires="a14">
          <p:sp>
            <p:nvSpPr>
              <p:cNvPr id="24" name="Step 4 equation"/>
              <p:cNvSpPr txBox="1"/>
              <p:nvPr/>
            </p:nvSpPr>
            <p:spPr>
              <a:xfrm>
                <a:off x="1325880" y="5138928"/>
                <a:ext cx="10424160" cy="685800"/>
              </a:xfrm>
              <a:prstGeom prst="rect">
                <a:avLst/>
              </a:prstGeom>
              <a:noFill/>
            </p:spPr>
            <p:txBody>
              <a:bodyPr wrap="square" anchor="ctr" lIns="0" rIns="0" tIns="0" bIns="0">
                <a:noAutofit/>
              </a:bodyPr>
              <a:lstStyle/>
              <a:p>
                <a:pPr algn="l">
                  <a:spcAft>
                    <a:spcPts val="600"/>
                  </a:spcAft>
                </a:pPr>
                <a14:m>
                  <m:oMathPara xmlns:m="http://schemas.openxmlformats.org/officeDocument/2006/math">
                    <m:oMathParaPr>
                      <m:jc m:val="left"/>
                    </m:oMathParaPr>
                    <m:oMath>
                      <m:limLow>
                        <m:e>
                          <m:r>
                            <m:rPr>
                              <m:sty m:val="p"/>
                            </m:rPr>
                            <a:rPr lang="en-US" sz="1800" i="0">
                              <a:solidFill>
                                <a:srgbClr val="000000"/>
                              </a:solidFill>
                              <a:latin typeface="Cambria Math" panose="02040503050406030204" pitchFamily="18" charset="0"/>
                            </a:rPr>
                            <m:t>min</m:t>
                          </m:r>
                        </m:e>
                        <m:lim>
                          <m:r>
                            <a:rPr lang="en-US" sz="1800" i="1">
                              <a:solidFill>
                                <a:srgbClr val="000000"/>
                              </a:solidFill>
                              <a:latin typeface="Cambria Math" panose="02040503050406030204" pitchFamily="18" charset="0"/>
                            </a:rPr>
                            <m:t>x</m:t>
                          </m:r>
                        </m:lim>
                      </m:limLow>
                      <m:d>
                        <m:dPr>
                          <m:begChr m:val="["/>
                          <m:sepChr m:val=""/>
                          <m:endChr m:val="]"/>
                        </m:dPr>
                        <m:e>
                          <m:r>
                            <a:rPr lang="en-US" sz="1800" i="1">
                              <a:solidFill>
                                <a:srgbClr val="000000"/>
                              </a:solidFill>
                              <a:latin typeface="Cambria Math" panose="02040503050406030204" pitchFamily="18" charset="0"/>
                            </a:rPr>
                            <m:t>1</m:t>
                          </m:r>
                          <m:r>
                            <a:rPr lang="en-US" sz="1800" i="1">
                              <a:solidFill>
                                <a:srgbClr val="000000"/>
                              </a:solidFill>
                              <a:latin typeface="Cambria Math" panose="02040503050406030204" pitchFamily="18" charset="0"/>
                            </a:rPr>
                            <m:t>−</m:t>
                          </m:r>
                          <m:r>
                            <m:rPr>
                              <m:sty m:val="p"/>
                            </m:rPr>
                            <a:rPr lang="en-US" sz="1800" i="0">
                              <a:solidFill>
                                <a:srgbClr val="000000"/>
                              </a:solidFill>
                              <a:latin typeface="Cambria Math" panose="02040503050406030204" pitchFamily="18" charset="0"/>
                            </a:rPr>
                            <m:t>cos</m:t>
                          </m:r>
                          <m:d>
                            <m:dPr>
                              <m:sepChr m:val=""/>
                            </m:dPr>
                            <m:e>
                              <m:sSub>
                                <m:e>
                                  <m:r>
                                    <a:rPr lang="en-US" sz="1800" i="1">
                                      <a:solidFill>
                                        <a:srgbClr val="000000"/>
                                      </a:solidFill>
                                      <a:latin typeface="Cambria Math" panose="02040503050406030204" pitchFamily="18" charset="0"/>
                                    </a:rPr>
                                    <m:t>∇</m:t>
                                  </m:r>
                                </m:e>
                                <m:sub>
                                  <m:r>
                                    <a:rPr lang="en-US" sz="1800" i="1">
                                      <a:solidFill>
                                        <a:srgbClr val="000000"/>
                                      </a:solidFill>
                                      <a:latin typeface="Cambria Math" panose="02040503050406030204" pitchFamily="18" charset="0"/>
                                    </a:rPr>
                                    <m:t>θ</m:t>
                                  </m:r>
                                </m:sub>
                              </m:sSub>
                              <m:r>
                                <a:rPr lang="en-US" sz="1800" i="1">
                                  <a:solidFill>
                                    <a:srgbClr val="000000"/>
                                  </a:solidFill>
                                  <a:latin typeface="Cambria Math" panose="02040503050406030204" pitchFamily="18" charset="0"/>
                                </a:rPr>
                                <m:t>ℒ</m:t>
                              </m:r>
                              <m:r>
                                <a:rPr lang="en-US" sz="1800" i="1">
                                  <a:solidFill>
                                    <a:srgbClr val="000000"/>
                                  </a:solidFill>
                                  <a:latin typeface="Cambria Math" panose="02040503050406030204" pitchFamily="18" charset="0"/>
                                </a:rPr>
                                <m:t>(</m:t>
                              </m:r>
                              <m:r>
                                <a:rPr lang="en-US" sz="1800" i="1">
                                  <a:solidFill>
                                    <a:srgbClr val="000000"/>
                                  </a:solidFill>
                                  <a:latin typeface="Cambria Math" panose="02040503050406030204" pitchFamily="18" charset="0"/>
                                </a:rPr>
                                <m:t>x</m:t>
                              </m:r>
                              <m:r>
                                <a:rPr lang="en-US" sz="1800" i="1">
                                  <a:solidFill>
                                    <a:srgbClr val="000000"/>
                                  </a:solidFill>
                                  <a:latin typeface="Cambria Math" panose="02040503050406030204" pitchFamily="18" charset="0"/>
                                </a:rPr>
                                <m:t>,</m:t>
                              </m:r>
                              <m:acc>
                                <m:accPr>
                                  <m:chr m:val="̂"/>
                                </m:accPr>
                                <m:e>
                                  <m:r>
                                    <a:rPr lang="en-US" sz="1800" i="1">
                                      <a:solidFill>
                                        <a:srgbClr val="000000"/>
                                      </a:solidFill>
                                      <a:latin typeface="Cambria Math" panose="02040503050406030204" pitchFamily="18" charset="0"/>
                                    </a:rPr>
                                    <m:t>y</m:t>
                                  </m:r>
                                </m:e>
                              </m:acc>
                              <m:r>
                                <a:rPr lang="en-US" sz="1800" i="1">
                                  <a:solidFill>
                                    <a:srgbClr val="000000"/>
                                  </a:solidFill>
                                  <a:latin typeface="Cambria Math" panose="02040503050406030204" pitchFamily="18" charset="0"/>
                                </a:rPr>
                                <m:t>)</m:t>
                              </m:r>
                              <m:r>
                                <a:rPr lang="en-US" sz="1800" i="1">
                                  <a:solidFill>
                                    <a:srgbClr val="000000"/>
                                  </a:solidFill>
                                  <a:latin typeface="Cambria Math" panose="02040503050406030204" pitchFamily="18" charset="0"/>
                                </a:rPr>
                                <m:t>,</m:t>
                              </m:r>
                              <m:r>
                                <a:rPr lang="en-US" sz="1800" i="1">
                                  <a:solidFill>
                                    <a:srgbClr val="000000"/>
                                  </a:solidFill>
                                  <a:latin typeface="Cambria Math" panose="02040503050406030204" pitchFamily="18" charset="0"/>
                                </a:rPr>
                                <m:t>g</m:t>
                              </m:r>
                            </m:e>
                          </m:d>
                          <m:r>
                            <a:rPr lang="en-US" sz="1800" i="1">
                              <a:solidFill>
                                <a:srgbClr val="000000"/>
                              </a:solidFill>
                              <a:latin typeface="Cambria Math" panose="02040503050406030204" pitchFamily="18" charset="0"/>
                            </a:rPr>
                            <m:t>+</m:t>
                          </m:r>
                          <m:f>
                            <m:fPr>
                              <m:type m:val="bar"/>
                            </m:fPr>
                            <m:num>
                              <m:sSup>
                                <m:e>
                                  <m:d>
                                    <m:dPr>
                                      <m:begChr m:val="‖"/>
                                      <m:sepChr m:val=""/>
                                      <m:endChr m:val="‖"/>
                                    </m:dPr>
                                    <m:e>
                                      <m:r>
                                        <a:rPr lang="en-US" sz="1800" i="1">
                                          <a:solidFill>
                                            <a:srgbClr val="000000"/>
                                          </a:solidFill>
                                          <a:latin typeface="Cambria Math" panose="02040503050406030204" pitchFamily="18" charset="0"/>
                                        </a:rPr>
                                        <m:t>ϕ</m:t>
                                      </m:r>
                                      <m:r>
                                        <a:rPr lang="en-US" sz="1800" i="1">
                                          <a:solidFill>
                                            <a:srgbClr val="000000"/>
                                          </a:solidFill>
                                          <a:latin typeface="Cambria Math" panose="02040503050406030204" pitchFamily="18" charset="0"/>
                                        </a:rPr>
                                        <m:t>(</m:t>
                                      </m:r>
                                      <m:r>
                                        <a:rPr lang="en-US" sz="1800" i="1">
                                          <a:solidFill>
                                            <a:srgbClr val="000000"/>
                                          </a:solidFill>
                                          <a:latin typeface="Cambria Math" panose="02040503050406030204" pitchFamily="18" charset="0"/>
                                        </a:rPr>
                                        <m:t>x</m:t>
                                      </m:r>
                                      <m:r>
                                        <a:rPr lang="en-US" sz="1800" i="1">
                                          <a:solidFill>
                                            <a:srgbClr val="000000"/>
                                          </a:solidFill>
                                          <a:latin typeface="Cambria Math" panose="02040503050406030204" pitchFamily="18" charset="0"/>
                                        </a:rPr>
                                        <m:t>)</m:t>
                                      </m:r>
                                      <m:r>
                                        <a:rPr lang="en-US" sz="1800" i="1">
                                          <a:solidFill>
                                            <a:srgbClr val="000000"/>
                                          </a:solidFill>
                                          <a:latin typeface="Cambria Math" panose="02040503050406030204" pitchFamily="18" charset="0"/>
                                        </a:rPr>
                                        <m:t>−</m:t>
                                      </m:r>
                                      <m:r>
                                        <a:rPr lang="en-US" sz="1800" i="1">
                                          <a:solidFill>
                                            <a:srgbClr val="000000"/>
                                          </a:solidFill>
                                          <a:latin typeface="Cambria Math" panose="02040503050406030204" pitchFamily="18" charset="0"/>
                                        </a:rPr>
                                        <m:t>h</m:t>
                                      </m:r>
                                    </m:e>
                                  </m:d>
                                </m:e>
                                <m:sup>
                                  <m:r>
                                    <a:rPr lang="en-US" sz="1800" i="1">
                                      <a:solidFill>
                                        <a:srgbClr val="000000"/>
                                      </a:solidFill>
                                      <a:latin typeface="Cambria Math" panose="02040503050406030204" pitchFamily="18" charset="0"/>
                                    </a:rPr>
                                    <m:t>2</m:t>
                                  </m:r>
                                </m:sup>
                              </m:sSup>
                            </m:num>
                            <m:den>
                              <m:sSup>
                                <m:e>
                                  <m:d>
                                    <m:dPr>
                                      <m:begChr m:val="‖"/>
                                      <m:sepChr m:val=""/>
                                      <m:endChr m:val="‖"/>
                                    </m:dPr>
                                    <m:e>
                                      <m:r>
                                        <a:rPr lang="en-US" sz="1800" i="1">
                                          <a:solidFill>
                                            <a:srgbClr val="000000"/>
                                          </a:solidFill>
                                          <a:latin typeface="Cambria Math" panose="02040503050406030204" pitchFamily="18" charset="0"/>
                                        </a:rPr>
                                        <m:t>h</m:t>
                                      </m:r>
                                    </m:e>
                                  </m:d>
                                </m:e>
                                <m:sup>
                                  <m:r>
                                    <a:rPr lang="en-US" sz="1800" i="1">
                                      <a:solidFill>
                                        <a:srgbClr val="000000"/>
                                      </a:solidFill>
                                      <a:latin typeface="Cambria Math" panose="02040503050406030204" pitchFamily="18" charset="0"/>
                                    </a:rPr>
                                    <m:t>2</m:t>
                                  </m:r>
                                </m:sup>
                              </m:sSup>
                            </m:den>
                          </m:f>
                          <m:r>
                            <a:rPr lang="en-US" sz="1800" i="1">
                              <a:solidFill>
                                <a:srgbClr val="000000"/>
                              </a:solidFill>
                              <a:latin typeface="Cambria Math" panose="02040503050406030204" pitchFamily="18" charset="0"/>
                            </a:rPr>
                            <m:t>+</m:t>
                          </m:r>
                          <m:sSub>
                            <m:e>
                              <m:r>
                                <a:rPr lang="en-US" sz="1800" i="1">
                                  <a:solidFill>
                                    <a:srgbClr val="000000"/>
                                  </a:solidFill>
                                  <a:latin typeface="Cambria Math" panose="02040503050406030204" pitchFamily="18" charset="0"/>
                                </a:rPr>
                                <m:t>λ</m:t>
                              </m:r>
                            </m:e>
                            <m:sub>
                              <m:r>
                                <m:rPr>
                                  <m:sty m:val="p"/>
                                </m:rPr>
                                <a:rPr lang="en-US" sz="1800" i="0">
                                  <a:solidFill>
                                    <a:srgbClr val="000000"/>
                                  </a:solidFill>
                                  <a:latin typeface="Cambria Math" panose="02040503050406030204" pitchFamily="18" charset="0"/>
                                </a:rPr>
                                <m:t>TV</m:t>
                              </m:r>
                            </m:sub>
                          </m:sSub>
                          <m:r>
                            <m:rPr>
                              <m:sty m:val="p"/>
                            </m:rPr>
                            <a:rPr lang="en-US" sz="1800" i="0">
                              <a:solidFill>
                                <a:srgbClr val="000000"/>
                              </a:solidFill>
                              <a:latin typeface="Cambria Math" panose="02040503050406030204" pitchFamily="18" charset="0"/>
                            </a:rPr>
                            <m:t>TV</m:t>
                          </m:r>
                          <m:r>
                            <a:rPr lang="en-US" sz="1800" i="1">
                              <a:solidFill>
                                <a:srgbClr val="000000"/>
                              </a:solidFill>
                              <a:latin typeface="Cambria Math" panose="02040503050406030204" pitchFamily="18" charset="0"/>
                            </a:rPr>
                            <m:t>(</m:t>
                          </m:r>
                          <m:r>
                            <a:rPr lang="en-US" sz="1800" i="1">
                              <a:solidFill>
                                <a:srgbClr val="000000"/>
                              </a:solidFill>
                              <a:latin typeface="Cambria Math" panose="02040503050406030204" pitchFamily="18" charset="0"/>
                            </a:rPr>
                            <m:t>x</m:t>
                          </m:r>
                          <m:r>
                            <a:rPr lang="en-US" sz="1800" i="1">
                              <a:solidFill>
                                <a:srgbClr val="000000"/>
                              </a:solidFill>
                              <a:latin typeface="Cambria Math" panose="02040503050406030204" pitchFamily="18" charset="0"/>
                            </a:rPr>
                            <m:t>)</m:t>
                          </m:r>
                        </m:e>
                      </m:d>
                    </m:oMath>
                  </m:oMathPara>
                </a14:m>
              </a:p>
            </p:txBody>
          </p:sp>
        </mc:Choice>
        <mc:Fallback>
          <p:sp>
            <p:nvSpPr>
              <p:cNvPr id="24" name="Step 4 equation"/>
              <p:cNvSpPr txBox="1"/>
              <p:nvPr/>
            </p:nvSpPr>
            <p:spPr>
              <a:xfrm>
                <a:off x="1325880" y="5138928"/>
                <a:ext cx="10424160" cy="685800"/>
              </a:xfrm>
              <a:prstGeom prst="rect">
                <a:avLst/>
              </a:prstGeom>
              <a:noFill/>
            </p:spPr>
            <p:txBody>
              <a:bodyPr wrap="square" anchor="ctr" lIns="0" rIns="0" tIns="0" bIns="0">
                <a:noAutofit/>
              </a:bodyPr>
              <a:lstStyle/>
              <a:p>
                <a:pPr algn="l">
                  <a:spcAft>
                    <a:spcPts val="600"/>
                  </a:spcAft>
                </a:pPr>
                <a:r>
                  <a:rPr sz="1800" b="0">
                    <a:solidFill>
                      <a:srgbClr val="000000"/>
                    </a:solidFill>
                  </a:rPr>
                  <a:t>min_x [1 − cos(∇_θ L(x, ŷ), g) + ‖φ(x) − h‖² / ‖h‖² + λ_TV TV(x)]</a:t>
                </a:r>
              </a:p>
            </p:txBody>
          </p:sp>
        </mc:Fallback>
      </mc:AlternateContent>
      <p:sp>
        <p:nvSpPr>
          <p:cNvPr id="25" name="What the server knows"/>
          <p:cNvSpPr/>
          <p:nvPr/>
        </p:nvSpPr>
        <p:spPr>
          <a:xfrm>
            <a:off x="8001000" y="1783080"/>
            <a:ext cx="3749039" cy="269748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What the server knows text"/>
          <p:cNvSpPr txBox="1"/>
          <p:nvPr/>
        </p:nvSpPr>
        <p:spPr>
          <a:xfrm>
            <a:off x="8229600" y="1965960"/>
            <a:ext cx="3291840" cy="2377440"/>
          </a:xfrm>
          <a:prstGeom prst="rect">
            <a:avLst/>
          </a:prstGeom>
          <a:noFill/>
        </p:spPr>
        <p:txBody>
          <a:bodyPr wrap="square" anchor="t" lIns="0" rIns="0" tIns="0" bIns="0">
            <a:noAutofit/>
          </a:bodyPr>
          <a:lstStyle/>
          <a:p>
            <a:pPr algn="l">
              <a:spcAft>
                <a:spcPts val="1000"/>
              </a:spcAft>
            </a:pPr>
            <a:r>
              <a:rPr sz="1800" b="1">
                <a:solidFill>
                  <a:srgbClr val="000000"/>
                </a:solidFill>
                <a:latin typeface="+mj-lt"/>
              </a:rPr>
              <a:t>What the server knows</a:t>
            </a:r>
          </a:p>
          <a:p>
            <a:pPr algn="l" marL="201168" indent="-201168">
              <a:spcAft>
                <a:spcPts val="600"/>
              </a:spcAft>
              <a:buChar char="•"/>
            </a:pPr>
            <a:r>
              <a:rPr sz="1400" b="0">
                <a:solidFill>
                  <a:srgbClr val="000000"/>
                </a:solidFill>
              </a:rPr>
              <a:t>The global weights it sent</a:t>
            </a:r>
          </a:p>
          <a:p>
            <a:pPr algn="l" marL="201168" indent="-201168">
              <a:spcAft>
                <a:spcPts val="600"/>
              </a:spcAft>
              <a:buChar char="•"/>
            </a:pPr>
            <a:r>
              <a:rPr sz="1400" b="0">
                <a:solidFill>
                  <a:srgbClr val="000000"/>
                </a:solidFill>
              </a:rPr>
              <a:t>The weights the client returned</a:t>
            </a:r>
          </a:p>
          <a:p>
            <a:pPr algn="l" marL="201168" indent="-201168">
              <a:spcAft>
                <a:spcPts val="600"/>
              </a:spcAft>
              <a:buChar char="•"/>
            </a:pPr>
            <a:r>
              <a:rPr sz="1400" b="0">
                <a:solidFill>
                  <a:srgbClr val="000000"/>
                </a:solidFill>
              </a:rPr>
              <a:t>The round's settings, which it chose: one SGD step, one image, step size 0.01</a:t>
            </a:r>
          </a:p>
          <a:p>
            <a:pPr algn="l" marL="201168" indent="-201168">
              <a:spcAft>
                <a:spcPts val="0"/>
              </a:spcAft>
              <a:buChar char="•"/>
            </a:pPr>
            <a:r>
              <a:rPr sz="1400" b="1">
                <a:solidFill>
                  <a:srgbClr val="000000"/>
                </a:solidFill>
              </a:rPr>
              <a:t>Not the image, and not the label</a:t>
            </a:r>
          </a:p>
        </p:txBody>
      </p:sp>
    </p:spTree>
    <p:extLst>
      <p:ext uri="{BB962C8B-B14F-4D97-AF65-F5344CB8AC3E}">
        <p14:creationId xmlns:p14="http://schemas.microsoft.com/office/powerpoint/2010/main" val="35615777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FB80CA-2F0D-F502-0326-9712DEC27A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1F4485-8A94-88E8-6B84-6088A7349926}"/>
              </a:ext>
            </a:extLst>
          </p:cNvPr>
          <p:cNvSpPr>
            <a:spLocks noGrp="1"/>
          </p:cNvSpPr>
          <p:nvPr>
            <p:ph type="title"/>
          </p:nvPr>
        </p:nvSpPr>
        <p:spPr/>
        <p:txBody>
          <a:bodyPr/>
          <a:lstStyle/>
          <a:p>
            <a:r>
              <a:rPr lang="en-US" dirty="0"/>
              <a:t>Results: Gradient Inversion on Plaintext FL</a:t>
            </a:r>
          </a:p>
        </p:txBody>
      </p:sp>
      <p:sp>
        <p:nvSpPr>
          <p:cNvPr id="4" name="Date Placeholder 3">
            <a:extLst>
              <a:ext uri="{FF2B5EF4-FFF2-40B4-BE49-F238E27FC236}">
                <a16:creationId xmlns:a16="http://schemas.microsoft.com/office/drawing/2014/main" id="{4FCBBC76-A6AF-BC4F-53BF-2CD7484350A6}"/>
              </a:ext>
            </a:extLst>
          </p:cNvPr>
          <p:cNvSpPr>
            <a:spLocks noGrp="1"/>
          </p:cNvSpPr>
          <p:nvPr>
            <p:ph type="dt" sz="half" idx="10"/>
          </p:nvPr>
        </p:nvSpPr>
        <p:spPr/>
        <p:txBody>
          <a:bodyPr/>
          <a:lstStyle/>
          <a:p>
            <a:fld id="{A65404F8-D6E6-4722-A8D7-5A45E730DFCE}" type="datetime4">
              <a:rPr lang="en-US" smtClean="0"/>
              <a:t>December 8, 2025</a:t>
            </a:fld>
            <a:endParaRPr lang="en-US"/>
          </a:p>
        </p:txBody>
      </p:sp>
      <p:sp>
        <p:nvSpPr>
          <p:cNvPr id="5" name="Footer Placeholder 4">
            <a:extLst>
              <a:ext uri="{FF2B5EF4-FFF2-40B4-BE49-F238E27FC236}">
                <a16:creationId xmlns:a16="http://schemas.microsoft.com/office/drawing/2014/main" id="{37B189B1-AF8C-CB80-1535-62256FF3702F}"/>
              </a:ext>
            </a:extLst>
          </p:cNvPr>
          <p:cNvSpPr>
            <a:spLocks noGrp="1"/>
          </p:cNvSpPr>
          <p:nvPr>
            <p:ph type="ftr" sz="quarter" idx="11"/>
          </p:nvPr>
        </p:nvSpPr>
        <p:spPr/>
        <p:txBody>
          <a:bodyPr/>
          <a:lstStyle/>
          <a:p>
            <a:pPr algn="ctr"/>
            <a:endParaRPr lang="es-MX"/>
          </a:p>
        </p:txBody>
      </p:sp>
      <p:sp>
        <p:nvSpPr>
          <p:cNvPr id="6" name="Slide Number Placeholder 5">
            <a:extLst>
              <a:ext uri="{FF2B5EF4-FFF2-40B4-BE49-F238E27FC236}">
                <a16:creationId xmlns:a16="http://schemas.microsoft.com/office/drawing/2014/main" id="{ECAC332A-71D2-4C8E-7D63-7D10E2E7866B}"/>
              </a:ext>
            </a:extLst>
          </p:cNvPr>
          <p:cNvSpPr>
            <a:spLocks noGrp="1"/>
          </p:cNvSpPr>
          <p:nvPr>
            <p:ph type="sldNum" sz="quarter" idx="12"/>
          </p:nvPr>
        </p:nvSpPr>
        <p:spPr/>
        <p:txBody>
          <a:bodyPr/>
          <a:lstStyle/>
          <a:p>
            <a:fld id="{A41831D9-926B-4302-A6F7-54B31F00B9E1}" type="slidenum">
              <a:rPr lang="es-MX" smtClean="0"/>
              <a:pPr/>
              <a:t>12</a:t>
            </a:fld>
            <a:endParaRPr lang="es-MX"/>
          </a:p>
        </p:txBody>
      </p:sp>
      <p:sp>
        <p:nvSpPr>
          <p:cNvPr id="8" name="Text Placeholder 7">
            <a:extLst>
              <a:ext uri="{FF2B5EF4-FFF2-40B4-BE49-F238E27FC236}">
                <a16:creationId xmlns:a16="http://schemas.microsoft.com/office/drawing/2014/main" id="{FC526528-E081-B97E-5358-1C17DB1AB68A}"/>
              </a:ext>
            </a:extLst>
          </p:cNvPr>
          <p:cNvSpPr>
            <a:spLocks noGrp="1"/>
          </p:cNvSpPr>
          <p:nvPr>
            <p:ph type="body" sz="quarter" idx="13"/>
          </p:nvPr>
        </p:nvSpPr>
        <p:spPr/>
        <p:txBody>
          <a:bodyPr/>
          <a:lstStyle/>
          <a:p>
            <a:r>
              <a:rPr lang="en-US" dirty="0"/>
              <a:t>Results: src/FL_Privacy_Attacks_MRI.ipynb · the attacker never sees the real scan; it is used only to score</a:t>
            </a:r>
            <a:endParaRPr lang="en-US" dirty="0"/>
          </a:p>
        </p:txBody>
      </p:sp>
      <p:pic>
        <p:nvPicPr>
          <p:cNvPr id="9" name="Private scan" descr="Client 0's private MRI scan (no tumour, sagittal)"/>
          <p:cNvPicPr>
            <a:picLocks noChangeAspect="1"/>
          </p:cNvPicPr>
          <p:nvPr/>
        </p:nvPicPr>
        <p:blipFill>
          <a:blip r:embed="rId4"/>
          <a:stretch>
            <a:fillRect/>
          </a:stretch>
        </p:blipFill>
        <p:spPr>
          <a:xfrm>
            <a:off x="457200" y="1783080"/>
            <a:ext cx="3474720" cy="3474720"/>
          </a:xfrm>
          <a:prstGeom prst="rect">
            <a:avLst/>
          </a:prstGeom>
          <a:ln w="9525">
            <a:solidFill>
              <a:srgbClr val="D9D9D9"/>
            </a:solidFill>
          </a:ln>
        </p:spPr>
      </p:pic>
      <p:sp>
        <p:nvSpPr>
          <p:cNvPr id="10" name="Arrow private to reconstruction"/>
          <p:cNvSpPr/>
          <p:nvPr/>
        </p:nvSpPr>
        <p:spPr>
          <a:xfrm>
            <a:off x="4069080" y="3291840"/>
            <a:ext cx="502920" cy="457200"/>
          </a:xfrm>
          <a:prstGeom prst="rightArrow">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Reconstruction" descr="The server's reconstruction of the same scan from the update alone"/>
          <p:cNvPicPr>
            <a:picLocks noChangeAspect="1"/>
          </p:cNvPicPr>
          <p:nvPr/>
        </p:nvPicPr>
        <p:blipFill>
          <a:blip r:embed="rId5"/>
          <a:stretch>
            <a:fillRect/>
          </a:stretch>
        </p:blipFill>
        <p:spPr>
          <a:xfrm>
            <a:off x="4709160" y="1783080"/>
            <a:ext cx="3474720" cy="3474720"/>
          </a:xfrm>
          <a:prstGeom prst="rect">
            <a:avLst/>
          </a:prstGeom>
          <a:ln w="9525">
            <a:solidFill>
              <a:srgbClr val="D9D9D9"/>
            </a:solidFill>
          </a:ln>
        </p:spPr>
      </p:pic>
      <p:sp>
        <p:nvSpPr>
          <p:cNvPr id="12" name="Caption private"/>
          <p:cNvSpPr txBox="1"/>
          <p:nvPr/>
        </p:nvSpPr>
        <p:spPr>
          <a:xfrm>
            <a:off x="457200" y="5349240"/>
            <a:ext cx="3474720" cy="457200"/>
          </a:xfrm>
          <a:prstGeom prst="rect">
            <a:avLst/>
          </a:prstGeom>
          <a:noFill/>
        </p:spPr>
        <p:txBody>
          <a:bodyPr wrap="square" anchor="t" lIns="0" rIns="0" tIns="0" bIns="0">
            <a:noAutofit/>
          </a:bodyPr>
          <a:lstStyle/>
          <a:p>
            <a:pPr algn="l">
              <a:spcAft>
                <a:spcPts val="600"/>
              </a:spcAft>
            </a:pPr>
            <a:r>
              <a:rPr sz="1200" b="0">
                <a:solidFill>
                  <a:srgbClr val="555960"/>
                </a:solidFill>
              </a:rPr>
              <a:t>Client 0's private scan (round 7)</a:t>
            </a:r>
          </a:p>
        </p:txBody>
      </p:sp>
      <p:sp>
        <p:nvSpPr>
          <p:cNvPr id="13" name="Caption reconstruction"/>
          <p:cNvSpPr txBox="1"/>
          <p:nvPr/>
        </p:nvSpPr>
        <p:spPr>
          <a:xfrm>
            <a:off x="4709160" y="5349240"/>
            <a:ext cx="3474720" cy="457200"/>
          </a:xfrm>
          <a:prstGeom prst="rect">
            <a:avLst/>
          </a:prstGeom>
          <a:noFill/>
        </p:spPr>
        <p:txBody>
          <a:bodyPr wrap="square" anchor="t" lIns="0" rIns="0" tIns="0" bIns="0">
            <a:noAutofit/>
          </a:bodyPr>
          <a:lstStyle/>
          <a:p>
            <a:pPr algn="l">
              <a:spcAft>
                <a:spcPts val="600"/>
              </a:spcAft>
            </a:pPr>
            <a:r>
              <a:rPr sz="1200" b="0">
                <a:solidFill>
                  <a:srgbClr val="555960"/>
                </a:solidFill>
              </a:rPr>
              <a:t>Server's reconstruction, from the update alone</a:t>
            </a:r>
          </a:p>
        </p:txBody>
      </p:sp>
      <p:sp>
        <p:nvSpPr>
          <p:cNvPr id="14" name="Stat PSNR"/>
          <p:cNvSpPr txBox="1"/>
          <p:nvPr/>
        </p:nvSpPr>
        <p:spPr>
          <a:xfrm>
            <a:off x="8732520" y="1783080"/>
            <a:ext cx="3017520" cy="1051560"/>
          </a:xfrm>
          <a:prstGeom prst="rect">
            <a:avLst/>
          </a:prstGeom>
          <a:noFill/>
        </p:spPr>
        <p:txBody>
          <a:bodyPr wrap="square" anchor="t" lIns="0" rIns="0" tIns="0" bIns="0">
            <a:noAutofit/>
          </a:bodyPr>
          <a:lstStyle/>
          <a:p>
            <a:pPr algn="l">
              <a:spcAft>
                <a:spcPts val="0"/>
              </a:spcAft>
            </a:pPr>
            <a:r>
              <a:rPr sz="3600" b="1">
                <a:solidFill>
                  <a:srgbClr val="000000"/>
                </a:solidFill>
                <a:latin typeface="+mj-lt"/>
              </a:rPr>
              <a:t>26.9 dB</a:t>
            </a:r>
          </a:p>
          <a:p>
            <a:pPr algn="l">
              <a:spcAft>
                <a:spcPts val="0"/>
              </a:spcAft>
            </a:pPr>
            <a:r>
              <a:rPr sz="1400" b="0">
                <a:solidFill>
                  <a:srgbClr val="555960"/>
                </a:solidFill>
              </a:rPr>
              <a:t>PSNR against the real scan</a:t>
            </a:r>
          </a:p>
        </p:txBody>
      </p:sp>
      <p:sp>
        <p:nvSpPr>
          <p:cNvPr id="15" name="Stat SSIM"/>
          <p:cNvSpPr txBox="1"/>
          <p:nvPr/>
        </p:nvSpPr>
        <p:spPr>
          <a:xfrm>
            <a:off x="8732520" y="2926080"/>
            <a:ext cx="3017520" cy="1051560"/>
          </a:xfrm>
          <a:prstGeom prst="rect">
            <a:avLst/>
          </a:prstGeom>
          <a:noFill/>
        </p:spPr>
        <p:txBody>
          <a:bodyPr wrap="square" anchor="t" lIns="0" rIns="0" tIns="0" bIns="0">
            <a:noAutofit/>
          </a:bodyPr>
          <a:lstStyle/>
          <a:p>
            <a:pPr algn="l">
              <a:spcAft>
                <a:spcPts val="0"/>
              </a:spcAft>
            </a:pPr>
            <a:r>
              <a:rPr sz="3600" b="1">
                <a:solidFill>
                  <a:srgbClr val="000000"/>
                </a:solidFill>
                <a:latin typeface="+mj-lt"/>
              </a:rPr>
              <a:t>0.83</a:t>
            </a:r>
          </a:p>
          <a:p>
            <a:pPr algn="l">
              <a:spcAft>
                <a:spcPts val="0"/>
              </a:spcAft>
            </a:pPr>
            <a:r>
              <a:rPr sz="1400" b="0">
                <a:solidFill>
                  <a:srgbClr val="555960"/>
                </a:solidFill>
              </a:rPr>
              <a:t>SSIM (1.0 = identical)</a:t>
            </a:r>
          </a:p>
        </p:txBody>
      </p:sp>
      <p:sp>
        <p:nvSpPr>
          <p:cNvPr id="16" name="Stat label"/>
          <p:cNvSpPr txBox="1"/>
          <p:nvPr/>
        </p:nvSpPr>
        <p:spPr>
          <a:xfrm>
            <a:off x="8732520" y="4069080"/>
            <a:ext cx="3017520" cy="1051560"/>
          </a:xfrm>
          <a:prstGeom prst="rect">
            <a:avLst/>
          </a:prstGeom>
          <a:noFill/>
        </p:spPr>
        <p:txBody>
          <a:bodyPr wrap="square" anchor="t" lIns="0" rIns="0" tIns="0" bIns="0">
            <a:noAutofit/>
          </a:bodyPr>
          <a:lstStyle/>
          <a:p>
            <a:pPr algn="l">
              <a:spcAft>
                <a:spcPts val="0"/>
              </a:spcAft>
            </a:pPr>
            <a:r>
              <a:rPr sz="3200" b="1">
                <a:solidFill>
                  <a:srgbClr val="000000"/>
                </a:solidFill>
                <a:latin typeface="+mj-lt"/>
              </a:rPr>
              <a:t>No tumor</a:t>
            </a:r>
          </a:p>
          <a:p>
            <a:pPr algn="l">
              <a:spcAft>
                <a:spcPts val="0"/>
              </a:spcAft>
            </a:pPr>
            <a:r>
              <a:rPr sz="1400" b="0">
                <a:solidFill>
                  <a:srgbClr val="555960"/>
                </a:solidFill>
              </a:rPr>
              <a:t>label recovered, correctly</a:t>
            </a:r>
          </a:p>
        </p:txBody>
      </p:sp>
      <p:sp>
        <p:nvSpPr>
          <p:cNvPr id="17" name="Stat time"/>
          <p:cNvSpPr txBox="1"/>
          <p:nvPr/>
        </p:nvSpPr>
        <p:spPr>
          <a:xfrm>
            <a:off x="8732520" y="5120640"/>
            <a:ext cx="3017520" cy="548640"/>
          </a:xfrm>
          <a:prstGeom prst="rect">
            <a:avLst/>
          </a:prstGeom>
          <a:noFill/>
        </p:spPr>
        <p:txBody>
          <a:bodyPr wrap="square" anchor="t" lIns="0" rIns="0" tIns="0" bIns="0">
            <a:noAutofit/>
          </a:bodyPr>
          <a:lstStyle/>
          <a:p>
            <a:pPr algn="l">
              <a:spcAft>
                <a:spcPts val="600"/>
              </a:spcAft>
            </a:pPr>
            <a:r>
              <a:rPr sz="1400" b="0">
                <a:solidFill>
                  <a:srgbClr val="555960"/>
                </a:solidFill>
              </a:rPr>
              <a:t>42 s on a laptop CPU</a:t>
            </a:r>
          </a:p>
        </p:txBody>
      </p:sp>
    </p:spTree>
    <p:extLst>
      <p:ext uri="{BB962C8B-B14F-4D97-AF65-F5344CB8AC3E}">
        <p14:creationId xmlns:p14="http://schemas.microsoft.com/office/powerpoint/2010/main" val="15498931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40CE49-DCAB-938D-B6B0-F9F8433AD7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78ABB1-F1DF-3144-995F-723FF69CD8CC}"/>
              </a:ext>
            </a:extLst>
          </p:cNvPr>
          <p:cNvSpPr>
            <a:spLocks noGrp="1"/>
          </p:cNvSpPr>
          <p:nvPr>
            <p:ph type="title"/>
          </p:nvPr>
        </p:nvSpPr>
        <p:spPr/>
        <p:txBody>
          <a:bodyPr/>
          <a:lstStyle/>
          <a:p>
            <a:r>
              <a:rPr lang="en-US" dirty="0"/>
              <a:t>Enhancing Security: Fully Homomorphic Encryption</a:t>
            </a:r>
          </a:p>
        </p:txBody>
      </p:sp>
      <p:sp>
        <p:nvSpPr>
          <p:cNvPr id="4" name="Date Placeholder 3">
            <a:extLst>
              <a:ext uri="{FF2B5EF4-FFF2-40B4-BE49-F238E27FC236}">
                <a16:creationId xmlns:a16="http://schemas.microsoft.com/office/drawing/2014/main" id="{F123F3D5-29DE-7902-1A7C-1A84A53414CE}"/>
              </a:ext>
            </a:extLst>
          </p:cNvPr>
          <p:cNvSpPr>
            <a:spLocks noGrp="1"/>
          </p:cNvSpPr>
          <p:nvPr>
            <p:ph type="dt" sz="half" idx="10"/>
          </p:nvPr>
        </p:nvSpPr>
        <p:spPr/>
        <p:txBody>
          <a:bodyPr/>
          <a:lstStyle/>
          <a:p>
            <a:fld id="{A65404F8-D6E6-4722-A8D7-5A45E730DFCE}" type="datetime4">
              <a:rPr lang="en-US" smtClean="0"/>
              <a:t>December 8, 2025</a:t>
            </a:fld>
            <a:endParaRPr lang="en-US"/>
          </a:p>
        </p:txBody>
      </p:sp>
      <p:sp>
        <p:nvSpPr>
          <p:cNvPr id="5" name="Footer Placeholder 4">
            <a:extLst>
              <a:ext uri="{FF2B5EF4-FFF2-40B4-BE49-F238E27FC236}">
                <a16:creationId xmlns:a16="http://schemas.microsoft.com/office/drawing/2014/main" id="{0A6FF2EC-B79C-183F-1B1C-1F1294CCBDDA}"/>
              </a:ext>
            </a:extLst>
          </p:cNvPr>
          <p:cNvSpPr>
            <a:spLocks noGrp="1"/>
          </p:cNvSpPr>
          <p:nvPr>
            <p:ph type="ftr" sz="quarter" idx="11"/>
          </p:nvPr>
        </p:nvSpPr>
        <p:spPr/>
        <p:txBody>
          <a:bodyPr/>
          <a:lstStyle/>
          <a:p>
            <a:pPr algn="ctr"/>
            <a:endParaRPr lang="es-MX"/>
          </a:p>
        </p:txBody>
      </p:sp>
      <p:sp>
        <p:nvSpPr>
          <p:cNvPr id="6" name="Slide Number Placeholder 5">
            <a:extLst>
              <a:ext uri="{FF2B5EF4-FFF2-40B4-BE49-F238E27FC236}">
                <a16:creationId xmlns:a16="http://schemas.microsoft.com/office/drawing/2014/main" id="{8670D8BF-68DE-2E4D-1A35-9A2E31A57955}"/>
              </a:ext>
            </a:extLst>
          </p:cNvPr>
          <p:cNvSpPr>
            <a:spLocks noGrp="1"/>
          </p:cNvSpPr>
          <p:nvPr>
            <p:ph type="sldNum" sz="quarter" idx="12"/>
          </p:nvPr>
        </p:nvSpPr>
        <p:spPr/>
        <p:txBody>
          <a:bodyPr/>
          <a:lstStyle/>
          <a:p>
            <a:fld id="{A41831D9-926B-4302-A6F7-54B31F00B9E1}" type="slidenum">
              <a:rPr lang="es-MX" smtClean="0"/>
              <a:pPr/>
              <a:t>14</a:t>
            </a:fld>
            <a:endParaRPr lang="es-MX"/>
          </a:p>
        </p:txBody>
      </p:sp>
      <p:sp>
        <p:nvSpPr>
          <p:cNvPr id="8" name="Text Placeholder 7">
            <a:extLst>
              <a:ext uri="{FF2B5EF4-FFF2-40B4-BE49-F238E27FC236}">
                <a16:creationId xmlns:a16="http://schemas.microsoft.com/office/drawing/2014/main" id="{DEC563A7-45A1-4437-6861-1DBD479626F0}"/>
              </a:ext>
            </a:extLst>
          </p:cNvPr>
          <p:cNvSpPr>
            <a:spLocks noGrp="1"/>
          </p:cNvSpPr>
          <p:nvPr>
            <p:ph type="body" sz="quarter" idx="13"/>
          </p:nvPr>
        </p:nvSpPr>
        <p:spPr/>
        <p:txBody>
          <a:bodyPr/>
          <a:lstStyle/>
          <a:p>
            <a:r>
              <a:rPr lang="en-US" dirty="0">
                <a:hlinkClick r:id="rId3"/>
              </a:rPr>
              <a:t>Cheon, Kim, Kim, Song, CKKS, ASIACRYPT 2017 · TenSEAL: github.com/OpenMined/TenSEAL</a:t>
            </a:r>
            <a:endParaRPr lang="en-US" dirty="0"/>
          </a:p>
        </p:txBody>
      </p:sp>
      <p:sp>
        <p:nvSpPr>
          <p:cNvPr id="9" name="Flow step 1"/>
          <p:cNvSpPr/>
          <p:nvPr/>
        </p:nvSpPr>
        <p:spPr>
          <a:xfrm>
            <a:off x="457200" y="1783080"/>
            <a:ext cx="3383280" cy="214884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low heading 1"/>
          <p:cNvSpPr txBox="1"/>
          <p:nvPr/>
        </p:nvSpPr>
        <p:spPr>
          <a:xfrm>
            <a:off x="685800" y="1938528"/>
            <a:ext cx="2926080" cy="731520"/>
          </a:xfrm>
          <a:prstGeom prst="rect">
            <a:avLst/>
          </a:prstGeom>
          <a:noFill/>
        </p:spPr>
        <p:txBody>
          <a:bodyPr wrap="square" anchor="t" lIns="0" rIns="0" tIns="0" bIns="0">
            <a:noAutofit/>
          </a:bodyPr>
          <a:lstStyle/>
          <a:p>
            <a:pPr algn="l">
              <a:spcAft>
                <a:spcPts val="600"/>
              </a:spcAft>
            </a:pPr>
            <a:r>
              <a:rPr sz="1200" b="1">
                <a:solidFill>
                  <a:srgbClr val="8E6F3E"/>
                </a:solidFill>
              </a:rPr>
              <a:t>CLIENT · secret key</a:t>
            </a:r>
          </a:p>
          <a:p>
            <a:pPr algn="l">
              <a:spcAft>
                <a:spcPts val="0"/>
              </a:spcAft>
            </a:pPr>
            <a:r>
              <a:rPr sz="1800" b="1">
                <a:solidFill>
                  <a:srgbClr val="000000"/>
                </a:solidFill>
                <a:latin typeface="+mj-lt"/>
              </a:rPr>
              <a:t>Encrypt the update</a:t>
            </a:r>
          </a:p>
        </p:txBody>
      </p:sp>
      <p:sp>
        <p:nvSpPr>
          <p:cNvPr id="11" name="Flow text 1"/>
          <p:cNvSpPr txBox="1"/>
          <p:nvPr/>
        </p:nvSpPr>
        <p:spPr>
          <a:xfrm>
            <a:off x="685800" y="2697480"/>
            <a:ext cx="2926080" cy="1097280"/>
          </a:xfrm>
          <a:prstGeom prst="rect">
            <a:avLst/>
          </a:prstGeom>
          <a:noFill/>
        </p:spPr>
        <p:txBody>
          <a:bodyPr wrap="square" anchor="t" lIns="0" rIns="0" tIns="0" bIns="0">
            <a:noAutofit/>
          </a:bodyPr>
          <a:lstStyle/>
          <a:p>
            <a:pPr algn="l">
              <a:spcAft>
                <a:spcPts val="0"/>
              </a:spcAft>
            </a:pPr>
            <a:r>
              <a:rPr sz="1400" b="0">
                <a:solidFill>
                  <a:srgbClr val="555960"/>
                </a:solidFill>
              </a:rPr>
              <a:t>Every weight is packed into CKKS ciphertexts, 4,096 values each</a:t>
            </a:r>
          </a:p>
        </p:txBody>
      </p:sp>
      <p:sp>
        <p:nvSpPr>
          <p:cNvPr id="12" name="Flow arrow 1"/>
          <p:cNvSpPr/>
          <p:nvPr/>
        </p:nvSpPr>
        <p:spPr>
          <a:xfrm>
            <a:off x="3913631" y="2651760"/>
            <a:ext cx="365760" cy="411480"/>
          </a:xfrm>
          <a:prstGeom prst="rightArrow">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low step 2"/>
          <p:cNvSpPr/>
          <p:nvPr/>
        </p:nvSpPr>
        <p:spPr>
          <a:xfrm>
            <a:off x="4343400" y="1783080"/>
            <a:ext cx="3383280" cy="2148840"/>
          </a:xfrm>
          <a:prstGeom prst="roundRect">
            <a:avLst>
              <a:gd name="adj" fmla="val 6000"/>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low heading 2"/>
          <p:cNvSpPr txBox="1"/>
          <p:nvPr/>
        </p:nvSpPr>
        <p:spPr>
          <a:xfrm>
            <a:off x="4572000" y="1938528"/>
            <a:ext cx="2926080" cy="731520"/>
          </a:xfrm>
          <a:prstGeom prst="rect">
            <a:avLst/>
          </a:prstGeom>
          <a:noFill/>
        </p:spPr>
        <p:txBody>
          <a:bodyPr wrap="square" anchor="t" lIns="0" rIns="0" tIns="0" bIns="0">
            <a:noAutofit/>
          </a:bodyPr>
          <a:lstStyle/>
          <a:p>
            <a:pPr algn="l">
              <a:spcAft>
                <a:spcPts val="600"/>
              </a:spcAft>
            </a:pPr>
            <a:r>
              <a:rPr sz="1200" b="1">
                <a:solidFill>
                  <a:srgbClr val="CFB991"/>
                </a:solidFill>
              </a:rPr>
              <a:t>SERVER · public key only</a:t>
            </a:r>
          </a:p>
          <a:p>
            <a:pPr algn="l">
              <a:spcAft>
                <a:spcPts val="0"/>
              </a:spcAft>
            </a:pPr>
            <a:r>
              <a:rPr sz="1800" b="1">
                <a:solidFill>
                  <a:srgbClr val="FFFFFF"/>
                </a:solidFill>
                <a:latin typeface="+mj-lt"/>
              </a:rPr>
              <a:t>Average the ciphertexts</a:t>
            </a:r>
          </a:p>
        </p:txBody>
      </p:sp>
      <mc:AlternateContent xmlns:mc="http://schemas.openxmlformats.org/markup-compatibility/2006">
        <mc:Choice xmlns:a14="http://schemas.microsoft.com/office/drawing/2010/main" Requires="a14">
          <p:sp>
            <p:nvSpPr>
              <p:cNvPr id="15" name="FedAvg equation"/>
              <p:cNvSpPr txBox="1"/>
              <p:nvPr/>
            </p:nvSpPr>
            <p:spPr>
              <a:xfrm>
                <a:off x="4572000" y="2670048"/>
                <a:ext cx="2926080" cy="566928"/>
              </a:xfrm>
              <a:prstGeom prst="rect">
                <a:avLst/>
              </a:prstGeom>
              <a:noFill/>
            </p:spPr>
            <p:txBody>
              <a:bodyPr wrap="square" anchor="ctr" lIns="0" rIns="0" tIns="0" bIns="0">
                <a:noAutofit/>
              </a:bodyPr>
              <a:lstStyle/>
              <a:p>
                <a:pPr algn="l">
                  <a:spcAft>
                    <a:spcPts val="600"/>
                  </a:spcAft>
                </a:pPr>
                <a14:m>
                  <m:oMathPara xmlns:m="http://schemas.openxmlformats.org/officeDocument/2006/math">
                    <m:oMathParaPr>
                      <m:jc m:val="left"/>
                    </m:oMathParaPr>
                    <m:oMath>
                      <m:r>
                        <m:rPr>
                          <m:sty m:val="p"/>
                        </m:rPr>
                        <a:rPr lang="en-US" sz="1800" i="0">
                          <a:solidFill>
                            <a:srgbClr val="FFFFFF"/>
                          </a:solidFill>
                          <a:latin typeface="Cambria Math" panose="02040503050406030204" pitchFamily="18" charset="0"/>
                        </a:rPr>
                        <m:t>Enc</m:t>
                      </m:r>
                      <m:r>
                        <a:rPr lang="en-US" sz="1800" i="1">
                          <a:solidFill>
                            <a:srgbClr val="FFFFFF"/>
                          </a:solidFill>
                          <a:latin typeface="Cambria Math" panose="02040503050406030204" pitchFamily="18" charset="0"/>
                        </a:rPr>
                        <m:t>(w)=</m:t>
                      </m:r>
                      <m:nary>
                        <m:naryPr>
                          <m:chr m:val="∑"/>
                          <m:limLoc m:val="subSup"/>
                          <m:grow m:val="1"/>
                          <m:subHide m:val="off"/>
                          <m:supHide m:val="on"/>
                        </m:naryPr>
                        <m:sub>
                          <m:r>
                            <a:rPr lang="en-US" sz="1800" i="1">
                              <a:solidFill>
                                <a:srgbClr val="FFFFFF"/>
                              </a:solidFill>
                              <a:latin typeface="Cambria Math" panose="02040503050406030204" pitchFamily="18" charset="0"/>
                            </a:rPr>
                            <m:t>k</m:t>
                          </m:r>
                        </m:sub>
                        <m:sup/>
                        <m:e>
                          <m:f>
                            <m:fPr>
                              <m:type m:val="bar"/>
                            </m:fPr>
                            <m:num>
                              <m:sSub>
                                <m:e>
                                  <m:r>
                                    <a:rPr lang="en-US" sz="1800" i="1">
                                      <a:solidFill>
                                        <a:srgbClr val="FFFFFF"/>
                                      </a:solidFill>
                                      <a:latin typeface="Cambria Math" panose="02040503050406030204" pitchFamily="18" charset="0"/>
                                    </a:rPr>
                                    <m:t>n</m:t>
                                  </m:r>
                                </m:e>
                                <m:sub>
                                  <m:r>
                                    <a:rPr lang="en-US" sz="1800" i="1">
                                      <a:solidFill>
                                        <a:srgbClr val="FFFFFF"/>
                                      </a:solidFill>
                                      <a:latin typeface="Cambria Math" panose="02040503050406030204" pitchFamily="18" charset="0"/>
                                    </a:rPr>
                                    <m:t>k</m:t>
                                  </m:r>
                                </m:sub>
                              </m:sSub>
                            </m:num>
                            <m:den>
                              <m:r>
                                <a:rPr lang="en-US" sz="1800" i="1">
                                  <a:solidFill>
                                    <a:srgbClr val="FFFFFF"/>
                                  </a:solidFill>
                                  <a:latin typeface="Cambria Math" panose="02040503050406030204" pitchFamily="18" charset="0"/>
                                </a:rPr>
                                <m:t>n</m:t>
                              </m:r>
                            </m:den>
                          </m:f>
                        </m:e>
                      </m:nary>
                      <m:r>
                        <m:rPr>
                          <m:sty m:val="p"/>
                        </m:rPr>
                        <a:rPr lang="en-US" sz="1800" i="0">
                          <a:solidFill>
                            <a:srgbClr val="FFFFFF"/>
                          </a:solidFill>
                          <a:latin typeface="Cambria Math" panose="02040503050406030204" pitchFamily="18" charset="0"/>
                        </a:rPr>
                        <m:t>Enc</m:t>
                      </m:r>
                      <m:r>
                        <a:rPr lang="en-US" sz="1800" i="1">
                          <a:solidFill>
                            <a:srgbClr val="FFFFFF"/>
                          </a:solidFill>
                          <a:latin typeface="Cambria Math" panose="02040503050406030204" pitchFamily="18" charset="0"/>
                        </a:rPr>
                        <m:t>(</m:t>
                      </m:r>
                      <m:sSub>
                        <m:e>
                          <m:r>
                            <a:rPr lang="en-US" sz="1800" i="1">
                              <a:solidFill>
                                <a:srgbClr val="FFFFFF"/>
                              </a:solidFill>
                              <a:latin typeface="Cambria Math" panose="02040503050406030204" pitchFamily="18" charset="0"/>
                            </a:rPr>
                            <m:t>w</m:t>
                          </m:r>
                        </m:e>
                        <m:sub>
                          <m:r>
                            <a:rPr lang="en-US" sz="1800" i="1">
                              <a:solidFill>
                                <a:srgbClr val="FFFFFF"/>
                              </a:solidFill>
                              <a:latin typeface="Cambria Math" panose="02040503050406030204" pitchFamily="18" charset="0"/>
                            </a:rPr>
                            <m:t>k</m:t>
                          </m:r>
                        </m:sub>
                      </m:sSub>
                      <m:r>
                        <a:rPr lang="en-US" sz="1800" i="1">
                          <a:solidFill>
                            <a:srgbClr val="FFFFFF"/>
                          </a:solidFill>
                          <a:latin typeface="Cambria Math" panose="02040503050406030204" pitchFamily="18" charset="0"/>
                        </a:rPr>
                        <m:t>)</m:t>
                      </m:r>
                    </m:oMath>
                  </m:oMathPara>
                </a14:m>
              </a:p>
            </p:txBody>
          </p:sp>
        </mc:Choice>
        <mc:Fallback>
          <p:sp>
            <p:nvSpPr>
              <p:cNvPr id="15" name="FedAvg equation"/>
              <p:cNvSpPr txBox="1"/>
              <p:nvPr/>
            </p:nvSpPr>
            <p:spPr>
              <a:xfrm>
                <a:off x="4572000" y="2670048"/>
                <a:ext cx="2926080" cy="566928"/>
              </a:xfrm>
              <a:prstGeom prst="rect">
                <a:avLst/>
              </a:prstGeom>
              <a:noFill/>
            </p:spPr>
            <p:txBody>
              <a:bodyPr wrap="square" anchor="ctr" lIns="0" rIns="0" tIns="0" bIns="0">
                <a:noAutofit/>
              </a:bodyPr>
              <a:lstStyle/>
              <a:p>
                <a:pPr algn="l">
                  <a:spcAft>
                    <a:spcPts val="600"/>
                  </a:spcAft>
                </a:pPr>
                <a:r>
                  <a:rPr sz="1800" b="0">
                    <a:solidFill>
                      <a:srgbClr val="FFFFFF"/>
                    </a:solidFill>
                  </a:rPr>
                  <a:t>Enc(w) = Σ_k (n_k / n) · Enc(w_k)</a:t>
                </a:r>
              </a:p>
            </p:txBody>
          </p:sp>
        </mc:Fallback>
      </mc:AlternateContent>
      <p:sp>
        <p:nvSpPr>
          <p:cNvPr id="16" name="Flow text 2"/>
          <p:cNvSpPr txBox="1"/>
          <p:nvPr/>
        </p:nvSpPr>
        <p:spPr>
          <a:xfrm>
            <a:off x="4572000" y="3246120"/>
            <a:ext cx="2926080" cy="640080"/>
          </a:xfrm>
          <a:prstGeom prst="rect">
            <a:avLst/>
          </a:prstGeom>
          <a:noFill/>
        </p:spPr>
        <p:txBody>
          <a:bodyPr wrap="square" anchor="t" lIns="0" rIns="0" tIns="0" bIns="0">
            <a:noAutofit/>
          </a:bodyPr>
          <a:lstStyle/>
          <a:p>
            <a:pPr algn="l">
              <a:spcAft>
                <a:spcPts val="0"/>
              </a:spcAft>
            </a:pPr>
            <a:r>
              <a:rPr sz="1400" b="0">
                <a:solidFill>
                  <a:srgbClr val="E8E8E8"/>
                </a:solidFill>
              </a:rPr>
              <a:t>One scalar multiply per update, then additions. Nothing is decrypted.</a:t>
            </a:r>
          </a:p>
        </p:txBody>
      </p:sp>
      <p:sp>
        <p:nvSpPr>
          <p:cNvPr id="17" name="Flow arrow 2"/>
          <p:cNvSpPr/>
          <p:nvPr/>
        </p:nvSpPr>
        <p:spPr>
          <a:xfrm>
            <a:off x="7799831" y="2651760"/>
            <a:ext cx="365760" cy="411480"/>
          </a:xfrm>
          <a:prstGeom prst="rightArrow">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low step 3"/>
          <p:cNvSpPr/>
          <p:nvPr/>
        </p:nvSpPr>
        <p:spPr>
          <a:xfrm>
            <a:off x="8229600" y="1783080"/>
            <a:ext cx="3383280" cy="214884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low heading 3"/>
          <p:cNvSpPr txBox="1"/>
          <p:nvPr/>
        </p:nvSpPr>
        <p:spPr>
          <a:xfrm>
            <a:off x="8458200" y="1938528"/>
            <a:ext cx="2926080" cy="731520"/>
          </a:xfrm>
          <a:prstGeom prst="rect">
            <a:avLst/>
          </a:prstGeom>
          <a:noFill/>
        </p:spPr>
        <p:txBody>
          <a:bodyPr wrap="square" anchor="t" lIns="0" rIns="0" tIns="0" bIns="0">
            <a:noAutofit/>
          </a:bodyPr>
          <a:lstStyle/>
          <a:p>
            <a:pPr algn="l">
              <a:spcAft>
                <a:spcPts val="600"/>
              </a:spcAft>
            </a:pPr>
            <a:r>
              <a:rPr sz="1200" b="1">
                <a:solidFill>
                  <a:srgbClr val="8E6F3E"/>
                </a:solidFill>
              </a:rPr>
              <a:t>CLIENT · secret key</a:t>
            </a:r>
          </a:p>
          <a:p>
            <a:pPr algn="l">
              <a:spcAft>
                <a:spcPts val="0"/>
              </a:spcAft>
            </a:pPr>
            <a:r>
              <a:rPr sz="1800" b="1">
                <a:solidFill>
                  <a:srgbClr val="000000"/>
                </a:solidFill>
                <a:latin typeface="+mj-lt"/>
              </a:rPr>
              <a:t>Decrypt the new model</a:t>
            </a:r>
          </a:p>
        </p:txBody>
      </p:sp>
      <p:sp>
        <p:nvSpPr>
          <p:cNvPr id="20" name="Flow text 3"/>
          <p:cNvSpPr txBox="1"/>
          <p:nvPr/>
        </p:nvSpPr>
        <p:spPr>
          <a:xfrm>
            <a:off x="8458200" y="2697480"/>
            <a:ext cx="2926080" cy="1097280"/>
          </a:xfrm>
          <a:prstGeom prst="rect">
            <a:avLst/>
          </a:prstGeom>
          <a:noFill/>
        </p:spPr>
        <p:txBody>
          <a:bodyPr wrap="square" anchor="t" lIns="0" rIns="0" tIns="0" bIns="0">
            <a:noAutofit/>
          </a:bodyPr>
          <a:lstStyle/>
          <a:p>
            <a:pPr algn="l">
              <a:spcAft>
                <a:spcPts val="0"/>
              </a:spcAft>
            </a:pPr>
            <a:r>
              <a:rPr sz="1400" b="0">
                <a:solidFill>
                  <a:srgbClr val="555960"/>
                </a:solidFill>
              </a:rPr>
              <a:t>Clients share one key pair and decrypt the global model to keep training</a:t>
            </a:r>
          </a:p>
        </p:txBody>
      </p:sp>
      <p:sp>
        <p:nvSpPr>
          <p:cNvPr id="21" name="FHE fact 1"/>
          <p:cNvSpPr txBox="1"/>
          <p:nvPr/>
        </p:nvSpPr>
        <p:spPr>
          <a:xfrm>
            <a:off x="457200" y="4206240"/>
            <a:ext cx="2651760" cy="1051560"/>
          </a:xfrm>
          <a:prstGeom prst="rect">
            <a:avLst/>
          </a:prstGeom>
          <a:noFill/>
        </p:spPr>
        <p:txBody>
          <a:bodyPr wrap="square" anchor="t" lIns="0" rIns="0" tIns="0" bIns="0">
            <a:noAutofit/>
          </a:bodyPr>
          <a:lstStyle/>
          <a:p>
            <a:pPr algn="l">
              <a:spcAft>
                <a:spcPts val="0"/>
              </a:spcAft>
            </a:pPr>
            <a:r>
              <a:rPr sz="2800" b="1">
                <a:solidFill>
                  <a:srgbClr val="000000"/>
                </a:solidFill>
                <a:latin typeface="+mj-lt"/>
              </a:rPr>
              <a:t>CKKS</a:t>
            </a:r>
          </a:p>
          <a:p>
            <a:pPr algn="l">
              <a:spcAft>
                <a:spcPts val="0"/>
              </a:spcAft>
            </a:pPr>
            <a:r>
              <a:rPr sz="1400" b="0">
                <a:solidFill>
                  <a:srgbClr val="555960"/>
                </a:solidFill>
              </a:rPr>
              <a:t>scheme (TenSEAL)</a:t>
            </a:r>
          </a:p>
        </p:txBody>
      </p:sp>
      <p:sp>
        <p:nvSpPr>
          <p:cNvPr id="22" name="FHE fact 2"/>
          <p:cNvSpPr txBox="1"/>
          <p:nvPr/>
        </p:nvSpPr>
        <p:spPr>
          <a:xfrm>
            <a:off x="3337560" y="4206240"/>
            <a:ext cx="2651760" cy="1051560"/>
          </a:xfrm>
          <a:prstGeom prst="rect">
            <a:avLst/>
          </a:prstGeom>
          <a:noFill/>
        </p:spPr>
        <p:txBody>
          <a:bodyPr wrap="square" anchor="t" lIns="0" rIns="0" tIns="0" bIns="0">
            <a:noAutofit/>
          </a:bodyPr>
          <a:lstStyle/>
          <a:p>
            <a:pPr algn="l">
              <a:spcAft>
                <a:spcPts val="0"/>
              </a:spcAft>
            </a:pPr>
            <a:r>
              <a:rPr sz="2800" b="1">
                <a:solidFill>
                  <a:srgbClr val="000000"/>
                </a:solidFill>
                <a:latin typeface="+mj-lt"/>
              </a:rPr>
              <a:t>8,192</a:t>
            </a:r>
          </a:p>
          <a:p>
            <a:pPr algn="l">
              <a:spcAft>
                <a:spcPts val="0"/>
              </a:spcAft>
            </a:pPr>
            <a:r>
              <a:rPr sz="1400" b="0">
                <a:solidFill>
                  <a:srgbClr val="555960"/>
                </a:solidFill>
              </a:rPr>
              <a:t>polynomial degree N</a:t>
            </a:r>
          </a:p>
        </p:txBody>
      </p:sp>
      <p:sp>
        <p:nvSpPr>
          <p:cNvPr id="23" name="FHE fact 3"/>
          <p:cNvSpPr txBox="1"/>
          <p:nvPr/>
        </p:nvSpPr>
        <p:spPr>
          <a:xfrm>
            <a:off x="6217920" y="4206240"/>
            <a:ext cx="2651760" cy="1051560"/>
          </a:xfrm>
          <a:prstGeom prst="rect">
            <a:avLst/>
          </a:prstGeom>
          <a:noFill/>
        </p:spPr>
        <p:txBody>
          <a:bodyPr wrap="square" anchor="t" lIns="0" rIns="0" tIns="0" bIns="0">
            <a:noAutofit/>
          </a:bodyPr>
          <a:lstStyle/>
          <a:p>
            <a:pPr algn="l">
              <a:spcAft>
                <a:spcPts val="0"/>
              </a:spcAft>
            </a:pPr>
            <a:r>
              <a:rPr sz="2800" b="1">
                <a:solidFill>
                  <a:srgbClr val="000000"/>
                </a:solidFill>
                <a:latin typeface="+mj-lt"/>
              </a:rPr>
              <a:t>142</a:t>
            </a:r>
          </a:p>
          <a:p>
            <a:pPr algn="l">
              <a:spcAft>
                <a:spcPts val="0"/>
              </a:spcAft>
            </a:pPr>
            <a:r>
              <a:rPr sz="1400" b="0">
                <a:solidFill>
                  <a:srgbClr val="555960"/>
                </a:solidFill>
              </a:rPr>
              <a:t>ciphertexts per update</a:t>
            </a:r>
          </a:p>
        </p:txBody>
      </p:sp>
      <p:sp>
        <p:nvSpPr>
          <p:cNvPr id="24" name="FHE fact 4"/>
          <p:cNvSpPr txBox="1"/>
          <p:nvPr/>
        </p:nvSpPr>
        <p:spPr>
          <a:xfrm>
            <a:off x="9098280" y="4206240"/>
            <a:ext cx="2651760" cy="1051560"/>
          </a:xfrm>
          <a:prstGeom prst="rect">
            <a:avLst/>
          </a:prstGeom>
          <a:noFill/>
        </p:spPr>
        <p:txBody>
          <a:bodyPr wrap="square" anchor="t" lIns="0" rIns="0" tIns="0" bIns="0">
            <a:noAutofit/>
          </a:bodyPr>
          <a:lstStyle/>
          <a:p>
            <a:pPr algn="l">
              <a:spcAft>
                <a:spcPts val="0"/>
              </a:spcAft>
            </a:pPr>
            <a:r>
              <a:rPr sz="2800" b="1">
                <a:solidFill>
                  <a:srgbClr val="000000"/>
                </a:solidFill>
                <a:latin typeface="+mj-lt"/>
              </a:rPr>
              <a:t>45.3 MB</a:t>
            </a:r>
          </a:p>
          <a:p>
            <a:pPr algn="l">
              <a:spcAft>
                <a:spcPts val="0"/>
              </a:spcAft>
            </a:pPr>
            <a:r>
              <a:rPr sz="1400" b="0">
                <a:solidFill>
                  <a:srgbClr val="555960"/>
                </a:solidFill>
              </a:rPr>
              <a:t>upload per client per round</a:t>
            </a:r>
          </a:p>
        </p:txBody>
      </p:sp>
      <p:sp>
        <p:nvSpPr>
          <p:cNvPr id="25" name="Other defences"/>
          <p:cNvSpPr txBox="1"/>
          <p:nvPr/>
        </p:nvSpPr>
        <p:spPr>
          <a:xfrm>
            <a:off x="457200" y="5394960"/>
            <a:ext cx="11292840" cy="457200"/>
          </a:xfrm>
          <a:prstGeom prst="rect">
            <a:avLst/>
          </a:prstGeom>
          <a:noFill/>
        </p:spPr>
        <p:txBody>
          <a:bodyPr wrap="square" anchor="t" lIns="0" rIns="0" tIns="0" bIns="0">
            <a:noAutofit/>
          </a:bodyPr>
          <a:lstStyle/>
          <a:p>
            <a:pPr algn="l">
              <a:spcAft>
                <a:spcPts val="600"/>
              </a:spcAft>
            </a:pPr>
            <a:r>
              <a:rPr sz="1400" b="1">
                <a:solidFill>
                  <a:srgbClr val="555960"/>
                </a:solidFill>
              </a:rPr>
              <a:t>Other defences: </a:t>
            </a:r>
            <a:r>
              <a:rPr sz="1400" b="0">
                <a:solidFill>
                  <a:srgbClr val="555960"/>
                </a:solidFill>
              </a:rPr>
              <a:t>differential privacy (noise on updates) and secure aggregation (masked updates).</a:t>
            </a:r>
          </a:p>
        </p:txBody>
      </p:sp>
    </p:spTree>
    <p:extLst>
      <p:ext uri="{BB962C8B-B14F-4D97-AF65-F5344CB8AC3E}">
        <p14:creationId xmlns:p14="http://schemas.microsoft.com/office/powerpoint/2010/main" val="36751444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2398E2-6DAD-5AD4-7CC9-DED20FBBB1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C71752-08AB-D322-FD7E-A7DC65B63DD0}"/>
              </a:ext>
            </a:extLst>
          </p:cNvPr>
          <p:cNvSpPr>
            <a:spLocks noGrp="1"/>
          </p:cNvSpPr>
          <p:nvPr>
            <p:ph type="title"/>
          </p:nvPr>
        </p:nvSpPr>
        <p:spPr/>
        <p:txBody>
          <a:bodyPr/>
          <a:lstStyle/>
          <a:p>
            <a:r>
              <a:rPr lang="en-US" dirty="0"/>
              <a:t>Results: Fully Homomorphic Encryption</a:t>
            </a:r>
          </a:p>
        </p:txBody>
      </p:sp>
      <p:sp>
        <p:nvSpPr>
          <p:cNvPr id="4" name="Date Placeholder 3">
            <a:extLst>
              <a:ext uri="{FF2B5EF4-FFF2-40B4-BE49-F238E27FC236}">
                <a16:creationId xmlns:a16="http://schemas.microsoft.com/office/drawing/2014/main" id="{B784E519-CEBB-E894-2C2D-26BAA58A821F}"/>
              </a:ext>
            </a:extLst>
          </p:cNvPr>
          <p:cNvSpPr>
            <a:spLocks noGrp="1"/>
          </p:cNvSpPr>
          <p:nvPr>
            <p:ph type="dt" sz="half" idx="10"/>
          </p:nvPr>
        </p:nvSpPr>
        <p:spPr/>
        <p:txBody>
          <a:bodyPr/>
          <a:lstStyle/>
          <a:p>
            <a:fld id="{A65404F8-D6E6-4722-A8D7-5A45E730DFCE}" type="datetime4">
              <a:rPr lang="en-US" smtClean="0"/>
              <a:t>December 8, 2025</a:t>
            </a:fld>
            <a:endParaRPr lang="en-US"/>
          </a:p>
        </p:txBody>
      </p:sp>
      <p:sp>
        <p:nvSpPr>
          <p:cNvPr id="5" name="Footer Placeholder 4">
            <a:extLst>
              <a:ext uri="{FF2B5EF4-FFF2-40B4-BE49-F238E27FC236}">
                <a16:creationId xmlns:a16="http://schemas.microsoft.com/office/drawing/2014/main" id="{EA3663E8-0E72-9DBE-CD2E-7F214D29510B}"/>
              </a:ext>
            </a:extLst>
          </p:cNvPr>
          <p:cNvSpPr>
            <a:spLocks noGrp="1"/>
          </p:cNvSpPr>
          <p:nvPr>
            <p:ph type="ftr" sz="quarter" idx="11"/>
          </p:nvPr>
        </p:nvSpPr>
        <p:spPr/>
        <p:txBody>
          <a:bodyPr/>
          <a:lstStyle/>
          <a:p>
            <a:pPr algn="ctr"/>
            <a:endParaRPr lang="es-MX"/>
          </a:p>
        </p:txBody>
      </p:sp>
      <p:sp>
        <p:nvSpPr>
          <p:cNvPr id="6" name="Slide Number Placeholder 5">
            <a:extLst>
              <a:ext uri="{FF2B5EF4-FFF2-40B4-BE49-F238E27FC236}">
                <a16:creationId xmlns:a16="http://schemas.microsoft.com/office/drawing/2014/main" id="{765B702C-E5E8-34C6-84CF-9A8B655E42EF}"/>
              </a:ext>
            </a:extLst>
          </p:cNvPr>
          <p:cNvSpPr>
            <a:spLocks noGrp="1"/>
          </p:cNvSpPr>
          <p:nvPr>
            <p:ph type="sldNum" sz="quarter" idx="12"/>
          </p:nvPr>
        </p:nvSpPr>
        <p:spPr/>
        <p:txBody>
          <a:bodyPr/>
          <a:lstStyle/>
          <a:p>
            <a:fld id="{A41831D9-926B-4302-A6F7-54B31F00B9E1}" type="slidenum">
              <a:rPr lang="es-MX" smtClean="0"/>
              <a:pPr/>
              <a:t>15</a:t>
            </a:fld>
            <a:endParaRPr lang="es-MX"/>
          </a:p>
        </p:txBody>
      </p:sp>
      <p:sp>
        <p:nvSpPr>
          <p:cNvPr id="8" name="Text Placeholder 7">
            <a:extLst>
              <a:ext uri="{FF2B5EF4-FFF2-40B4-BE49-F238E27FC236}">
                <a16:creationId xmlns:a16="http://schemas.microsoft.com/office/drawing/2014/main" id="{87401FFA-01FF-EB3F-1764-C77B5706CF65}"/>
              </a:ext>
            </a:extLst>
          </p:cNvPr>
          <p:cNvSpPr>
            <a:spLocks noGrp="1"/>
          </p:cNvSpPr>
          <p:nvPr>
            <p:ph type="body" sz="quarter" idx="13"/>
          </p:nvPr>
        </p:nvSpPr>
        <p:spPr/>
        <p:txBody>
          <a:bodyPr/>
          <a:lstStyle/>
          <a:p>
            <a:r>
              <a:rPr lang="en-US" dirty="0"/>
              <a:t>Results: src/FL_Privacy_Attacks_MRI.ipynb (3 clients, IID, 10 rounds, CPU)</a:t>
            </a:r>
            <a:endParaRPr lang="en-US" dirty="0"/>
          </a:p>
        </p:txBody>
      </p:sp>
      <p:graphicFrame>
        <p:nvGraphicFramePr>
          <p:cNvPr id="9" name="Accuracy chart"/>
          <p:cNvGraphicFramePr>
            <a:graphicFrameLocks noGrp="1"/>
          </p:cNvGraphicFramePr>
          <p:nvPr/>
        </p:nvGraphicFramePr>
        <p:xfrm>
          <a:off x="457200" y="1783080"/>
          <a:ext cx="7040880" cy="4069080"/>
        </p:xfrm>
        <a:graphic>
          <a:graphicData uri="http://schemas.openxmlformats.org/drawingml/2006/chart">
            <c:chart xmlns:c="http://schemas.openxmlformats.org/drawingml/2006/chart" r:id="rId4"/>
          </a:graphicData>
        </a:graphic>
      </p:graphicFrame>
      <p:sp>
        <p:nvSpPr>
          <p:cNvPr id="10" name="FHE stat 1"/>
          <p:cNvSpPr txBox="1"/>
          <p:nvPr/>
        </p:nvSpPr>
        <p:spPr>
          <a:xfrm>
            <a:off x="7909560" y="1874519"/>
            <a:ext cx="3840480" cy="1051560"/>
          </a:xfrm>
          <a:prstGeom prst="rect">
            <a:avLst/>
          </a:prstGeom>
          <a:noFill/>
        </p:spPr>
        <p:txBody>
          <a:bodyPr wrap="square" anchor="t" lIns="0" rIns="0" tIns="0" bIns="0">
            <a:noAutofit/>
          </a:bodyPr>
          <a:lstStyle/>
          <a:p>
            <a:pPr algn="l">
              <a:spcAft>
                <a:spcPts val="0"/>
              </a:spcAft>
            </a:pPr>
            <a:r>
              <a:rPr sz="2800" b="1">
                <a:solidFill>
                  <a:srgbClr val="000000"/>
                </a:solidFill>
                <a:latin typeface="+mj-lt"/>
              </a:rPr>
              <a:t>93.5 % → 93.2 %</a:t>
            </a:r>
          </a:p>
          <a:p>
            <a:pPr algn="l">
              <a:spcAft>
                <a:spcPts val="0"/>
              </a:spcAft>
            </a:pPr>
            <a:r>
              <a:rPr sz="1400" b="0">
                <a:solidFill>
                  <a:srgbClr val="555960"/>
                </a:solidFill>
              </a:rPr>
              <a:t>test accuracy, plaintext → FHE</a:t>
            </a:r>
          </a:p>
        </p:txBody>
      </p:sp>
      <p:sp>
        <p:nvSpPr>
          <p:cNvPr id="11" name="FHE stat 2"/>
          <p:cNvSpPr txBox="1"/>
          <p:nvPr/>
        </p:nvSpPr>
        <p:spPr>
          <a:xfrm>
            <a:off x="7909560" y="3200400"/>
            <a:ext cx="3840480" cy="1051560"/>
          </a:xfrm>
          <a:prstGeom prst="rect">
            <a:avLst/>
          </a:prstGeom>
          <a:noFill/>
        </p:spPr>
        <p:txBody>
          <a:bodyPr wrap="square" anchor="t" lIns="0" rIns="0" tIns="0" bIns="0">
            <a:noAutofit/>
          </a:bodyPr>
          <a:lstStyle/>
          <a:p>
            <a:pPr algn="l">
              <a:spcAft>
                <a:spcPts val="0"/>
              </a:spcAft>
            </a:pPr>
            <a:r>
              <a:rPr sz="2800" b="1">
                <a:solidFill>
                  <a:srgbClr val="000000"/>
                </a:solidFill>
                <a:latin typeface="+mj-lt"/>
              </a:rPr>
              <a:t>2.0 → 45.3 MB</a:t>
            </a:r>
          </a:p>
          <a:p>
            <a:pPr algn="l">
              <a:spcAft>
                <a:spcPts val="0"/>
              </a:spcAft>
            </a:pPr>
            <a:r>
              <a:rPr sz="1400" b="0">
                <a:solidFill>
                  <a:srgbClr val="555960"/>
                </a:solidFill>
              </a:rPr>
              <a:t>upload per client per round (22×)</a:t>
            </a:r>
          </a:p>
        </p:txBody>
      </p:sp>
      <p:sp>
        <p:nvSpPr>
          <p:cNvPr id="12" name="FHE stat 3"/>
          <p:cNvSpPr txBox="1"/>
          <p:nvPr/>
        </p:nvSpPr>
        <p:spPr>
          <a:xfrm>
            <a:off x="7909560" y="4526279"/>
            <a:ext cx="3840480" cy="1051560"/>
          </a:xfrm>
          <a:prstGeom prst="rect">
            <a:avLst/>
          </a:prstGeom>
          <a:noFill/>
        </p:spPr>
        <p:txBody>
          <a:bodyPr wrap="square" anchor="t" lIns="0" rIns="0" tIns="0" bIns="0">
            <a:noAutofit/>
          </a:bodyPr>
          <a:lstStyle/>
          <a:p>
            <a:pPr algn="l">
              <a:spcAft>
                <a:spcPts val="0"/>
              </a:spcAft>
            </a:pPr>
            <a:r>
              <a:rPr sz="2800" b="1">
                <a:solidFill>
                  <a:srgbClr val="000000"/>
                </a:solidFill>
                <a:latin typeface="+mj-lt"/>
              </a:rPr>
              <a:t>100 → 120 s</a:t>
            </a:r>
          </a:p>
          <a:p>
            <a:pPr algn="l">
              <a:spcAft>
                <a:spcPts val="0"/>
              </a:spcAft>
            </a:pPr>
            <a:r>
              <a:rPr sz="1400" b="0">
                <a:solidFill>
                  <a:srgbClr val="555960"/>
                </a:solidFill>
              </a:rPr>
              <a:t>training time, 10 rounds</a:t>
            </a:r>
          </a:p>
        </p:txBody>
      </p:sp>
    </p:spTree>
    <p:extLst>
      <p:ext uri="{BB962C8B-B14F-4D97-AF65-F5344CB8AC3E}">
        <p14:creationId xmlns:p14="http://schemas.microsoft.com/office/powerpoint/2010/main" val="37536028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97906C-4556-5564-6B22-BFD3D9EB4C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F14C88-AA0C-70A8-356E-19AE8198DE68}"/>
              </a:ext>
            </a:extLst>
          </p:cNvPr>
          <p:cNvSpPr>
            <a:spLocks noGrp="1"/>
          </p:cNvSpPr>
          <p:nvPr>
            <p:ph type="title"/>
          </p:nvPr>
        </p:nvSpPr>
        <p:spPr/>
        <p:txBody>
          <a:bodyPr/>
          <a:lstStyle/>
          <a:p>
            <a:r>
              <a:rPr lang="en-US" dirty="0"/>
              <a:t>Results: Gradient Inversion Under FHE</a:t>
            </a:r>
          </a:p>
        </p:txBody>
      </p:sp>
      <p:sp>
        <p:nvSpPr>
          <p:cNvPr id="4" name="Date Placeholder 3">
            <a:extLst>
              <a:ext uri="{FF2B5EF4-FFF2-40B4-BE49-F238E27FC236}">
                <a16:creationId xmlns:a16="http://schemas.microsoft.com/office/drawing/2014/main" id="{E88066B9-A668-CAFE-2705-478BA1A19871}"/>
              </a:ext>
            </a:extLst>
          </p:cNvPr>
          <p:cNvSpPr>
            <a:spLocks noGrp="1"/>
          </p:cNvSpPr>
          <p:nvPr>
            <p:ph type="dt" sz="half" idx="10"/>
          </p:nvPr>
        </p:nvSpPr>
        <p:spPr/>
        <p:txBody>
          <a:bodyPr/>
          <a:lstStyle/>
          <a:p>
            <a:fld id="{A65404F8-D6E6-4722-A8D7-5A45E730DFCE}" type="datetime4">
              <a:rPr lang="en-US" smtClean="0"/>
              <a:t>December 8, 2025</a:t>
            </a:fld>
            <a:endParaRPr lang="en-US"/>
          </a:p>
        </p:txBody>
      </p:sp>
      <p:sp>
        <p:nvSpPr>
          <p:cNvPr id="5" name="Footer Placeholder 4">
            <a:extLst>
              <a:ext uri="{FF2B5EF4-FFF2-40B4-BE49-F238E27FC236}">
                <a16:creationId xmlns:a16="http://schemas.microsoft.com/office/drawing/2014/main" id="{F192C87A-7F67-7865-6205-ACE693A1454D}"/>
              </a:ext>
            </a:extLst>
          </p:cNvPr>
          <p:cNvSpPr>
            <a:spLocks noGrp="1"/>
          </p:cNvSpPr>
          <p:nvPr>
            <p:ph type="ftr" sz="quarter" idx="11"/>
          </p:nvPr>
        </p:nvSpPr>
        <p:spPr/>
        <p:txBody>
          <a:bodyPr/>
          <a:lstStyle/>
          <a:p>
            <a:pPr algn="ctr"/>
            <a:endParaRPr lang="es-MX"/>
          </a:p>
        </p:txBody>
      </p:sp>
      <p:sp>
        <p:nvSpPr>
          <p:cNvPr id="6" name="Slide Number Placeholder 5">
            <a:extLst>
              <a:ext uri="{FF2B5EF4-FFF2-40B4-BE49-F238E27FC236}">
                <a16:creationId xmlns:a16="http://schemas.microsoft.com/office/drawing/2014/main" id="{A5C52D49-DA3E-E275-7EF4-AD979616CE7F}"/>
              </a:ext>
            </a:extLst>
          </p:cNvPr>
          <p:cNvSpPr>
            <a:spLocks noGrp="1"/>
          </p:cNvSpPr>
          <p:nvPr>
            <p:ph type="sldNum" sz="quarter" idx="12"/>
          </p:nvPr>
        </p:nvSpPr>
        <p:spPr/>
        <p:txBody>
          <a:bodyPr/>
          <a:lstStyle/>
          <a:p>
            <a:fld id="{A41831D9-926B-4302-A6F7-54B31F00B9E1}" type="slidenum">
              <a:rPr lang="es-MX" smtClean="0"/>
              <a:pPr/>
              <a:t>11</a:t>
            </a:fld>
            <a:endParaRPr lang="es-MX"/>
          </a:p>
        </p:txBody>
      </p:sp>
      <p:sp>
        <p:nvSpPr>
          <p:cNvPr id="8" name="Text Placeholder 7">
            <a:extLst>
              <a:ext uri="{FF2B5EF4-FFF2-40B4-BE49-F238E27FC236}">
                <a16:creationId xmlns:a16="http://schemas.microsoft.com/office/drawing/2014/main" id="{B5A9DD83-1C8E-9855-6A16-5816FA92E3AB}"/>
              </a:ext>
            </a:extLst>
          </p:cNvPr>
          <p:cNvSpPr>
            <a:spLocks noGrp="1"/>
          </p:cNvSpPr>
          <p:nvPr>
            <p:ph type="body" sz="quarter" idx="13"/>
          </p:nvPr>
        </p:nvSpPr>
        <p:spPr/>
        <p:txBody>
          <a:bodyPr/>
          <a:lstStyle/>
          <a:p>
            <a:r>
              <a:rPr lang="en-US" dirty="0"/>
              <a:t>Results: src/FL_Privacy_Attacks_MRI.ipynb · right panel: the first 4,096 bytes of client 0's first ciphertext</a:t>
            </a:r>
            <a:endParaRPr lang="en-US" dirty="0"/>
          </a:p>
        </p:txBody>
      </p:sp>
      <p:pic>
        <p:nvPicPr>
          <p:cNvPr id="9" name="Panel 1" descr="Client 0's private MRI scan"/>
          <p:cNvPicPr>
            <a:picLocks noChangeAspect="1"/>
          </p:cNvPicPr>
          <p:nvPr/>
        </p:nvPicPr>
        <p:blipFill>
          <a:blip r:embed="rId2"/>
          <a:stretch>
            <a:fillRect/>
          </a:stretch>
        </p:blipFill>
        <p:spPr>
          <a:xfrm>
            <a:off x="822960" y="1783080"/>
            <a:ext cx="2926080" cy="2926080"/>
          </a:xfrm>
          <a:prstGeom prst="rect">
            <a:avLst/>
          </a:prstGeom>
          <a:ln w="9525">
            <a:solidFill>
              <a:srgbClr val="D9D9D9"/>
            </a:solidFill>
          </a:ln>
        </p:spPr>
      </p:pic>
      <p:sp>
        <p:nvSpPr>
          <p:cNvPr id="10" name="Panel caption 1"/>
          <p:cNvSpPr txBox="1"/>
          <p:nvPr/>
        </p:nvSpPr>
        <p:spPr>
          <a:xfrm>
            <a:off x="822960" y="4800600"/>
            <a:ext cx="2926080" cy="411480"/>
          </a:xfrm>
          <a:prstGeom prst="rect">
            <a:avLst/>
          </a:prstGeom>
          <a:noFill/>
        </p:spPr>
        <p:txBody>
          <a:bodyPr wrap="square" anchor="t" lIns="0" rIns="0" tIns="0" bIns="0">
            <a:noAutofit/>
          </a:bodyPr>
          <a:lstStyle/>
          <a:p>
            <a:pPr algn="ctr">
              <a:spcAft>
                <a:spcPts val="600"/>
              </a:spcAft>
            </a:pPr>
            <a:r>
              <a:rPr sz="1400" b="0">
                <a:solidFill>
                  <a:srgbClr val="555960"/>
                </a:solidFill>
              </a:rPr>
              <a:t>Client 0's private scan</a:t>
            </a:r>
          </a:p>
        </p:txBody>
      </p:sp>
      <p:pic>
        <p:nvPicPr>
          <p:cNvPr id="11" name="Panel 2" descr="The plaintext server's reconstruction"/>
          <p:cNvPicPr>
            <a:picLocks noChangeAspect="1"/>
          </p:cNvPicPr>
          <p:nvPr/>
        </p:nvPicPr>
        <p:blipFill>
          <a:blip r:embed="rId4"/>
          <a:stretch>
            <a:fillRect/>
          </a:stretch>
        </p:blipFill>
        <p:spPr>
          <a:xfrm>
            <a:off x="4434840" y="1783080"/>
            <a:ext cx="2926080" cy="2926080"/>
          </a:xfrm>
          <a:prstGeom prst="rect">
            <a:avLst/>
          </a:prstGeom>
          <a:ln w="9525">
            <a:solidFill>
              <a:srgbClr val="D9D9D9"/>
            </a:solidFill>
          </a:ln>
        </p:spPr>
      </p:pic>
      <p:sp>
        <p:nvSpPr>
          <p:cNvPr id="12" name="Panel caption 2"/>
          <p:cNvSpPr txBox="1"/>
          <p:nvPr/>
        </p:nvSpPr>
        <p:spPr>
          <a:xfrm>
            <a:off x="4434840" y="4800600"/>
            <a:ext cx="2926080" cy="411480"/>
          </a:xfrm>
          <a:prstGeom prst="rect">
            <a:avLst/>
          </a:prstGeom>
          <a:noFill/>
        </p:spPr>
        <p:txBody>
          <a:bodyPr wrap="square" anchor="t" lIns="0" rIns="0" tIns="0" bIns="0">
            <a:noAutofit/>
          </a:bodyPr>
          <a:lstStyle/>
          <a:p>
            <a:pPr algn="ctr">
              <a:spcAft>
                <a:spcPts val="600"/>
              </a:spcAft>
            </a:pPr>
            <a:r>
              <a:rPr sz="1400" b="0">
                <a:solidFill>
                  <a:srgbClr val="555960"/>
                </a:solidFill>
              </a:rPr>
              <a:t>Plaintext FL: rebuilt (PSNR 26.9 dB)</a:t>
            </a:r>
          </a:p>
        </p:txBody>
      </p:sp>
      <p:pic>
        <p:nvPicPr>
          <p:cNvPr id="13" name="Panel 3" descr="First bytes of client 0's ciphertext, shown as an image"/>
          <p:cNvPicPr>
            <a:picLocks noChangeAspect="1"/>
          </p:cNvPicPr>
          <p:nvPr/>
        </p:nvPicPr>
        <p:blipFill>
          <a:blip r:embed="rId5"/>
          <a:stretch>
            <a:fillRect/>
          </a:stretch>
        </p:blipFill>
        <p:spPr>
          <a:xfrm>
            <a:off x="8046720" y="1783080"/>
            <a:ext cx="2926080" cy="2926080"/>
          </a:xfrm>
          <a:prstGeom prst="rect">
            <a:avLst/>
          </a:prstGeom>
          <a:ln w="9525">
            <a:solidFill>
              <a:srgbClr val="D9D9D9"/>
            </a:solidFill>
          </a:ln>
        </p:spPr>
      </p:pic>
      <p:sp>
        <p:nvSpPr>
          <p:cNvPr id="14" name="Panel caption 3"/>
          <p:cNvSpPr txBox="1"/>
          <p:nvPr/>
        </p:nvSpPr>
        <p:spPr>
          <a:xfrm>
            <a:off x="8046720" y="4800600"/>
            <a:ext cx="2926080" cy="411480"/>
          </a:xfrm>
          <a:prstGeom prst="rect">
            <a:avLst/>
          </a:prstGeom>
          <a:noFill/>
        </p:spPr>
        <p:txBody>
          <a:bodyPr wrap="square" anchor="t" lIns="0" rIns="0" tIns="0" bIns="0">
            <a:noAutofit/>
          </a:bodyPr>
          <a:lstStyle/>
          <a:p>
            <a:pPr algn="ctr">
              <a:spcAft>
                <a:spcPts val="600"/>
              </a:spcAft>
            </a:pPr>
            <a:r>
              <a:rPr sz="1400" b="1">
                <a:solidFill>
                  <a:srgbClr val="000000"/>
                </a:solidFill>
              </a:rPr>
              <a:t>FHE FL: 45.3 MB of CKKS ciphertext</a:t>
            </a:r>
          </a:p>
        </p:txBody>
      </p:sp>
      <p:sp>
        <p:nvSpPr>
          <p:cNvPr id="15" name="Decrypt attempt card"/>
          <p:cNvSpPr/>
          <p:nvPr/>
        </p:nvSpPr>
        <p:spPr>
          <a:xfrm>
            <a:off x="822960" y="5349240"/>
            <a:ext cx="10149840" cy="45720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ecrypt attempt text"/>
          <p:cNvSpPr txBox="1"/>
          <p:nvPr/>
        </p:nvSpPr>
        <p:spPr>
          <a:xfrm>
            <a:off x="1005840" y="5349240"/>
            <a:ext cx="9784080" cy="457200"/>
          </a:xfrm>
          <a:prstGeom prst="rect">
            <a:avLst/>
          </a:prstGeom>
          <a:noFill/>
        </p:spPr>
        <p:txBody>
          <a:bodyPr wrap="square" anchor="ctr" lIns="0" rIns="0" tIns="0" bIns="0">
            <a:noAutofit/>
          </a:bodyPr>
          <a:lstStyle/>
          <a:p>
            <a:pPr algn="l">
              <a:spcAft>
                <a:spcPts val="600"/>
              </a:spcAft>
            </a:pPr>
            <a:r>
              <a:rPr sz="1400" b="1">
                <a:solidFill>
                  <a:srgbClr val="000000"/>
                </a:solidFill>
                <a:latin typeface="+mj-lt"/>
              </a:rPr>
              <a:t>Server's decrypt attempt:  </a:t>
            </a:r>
            <a:r>
              <a:rPr sz="1400" b="0">
                <a:solidFill>
                  <a:srgbClr val="000000"/>
                </a:solidFill>
                <a:latin typeface="Courier New"/>
              </a:rPr>
              <a:t>ValueError: the current context of the tensor doesn't hold a secret_key</a:t>
            </a:r>
          </a:p>
        </p:txBody>
      </p:sp>
    </p:spTree>
    <p:extLst>
      <p:ext uri="{BB962C8B-B14F-4D97-AF65-F5344CB8AC3E}">
        <p14:creationId xmlns:p14="http://schemas.microsoft.com/office/powerpoint/2010/main" val="35615777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97906C-4556-5564-6B22-BFD3D9EB4C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F14C88-AA0C-70A8-356E-19AE8198DE68}"/>
              </a:ext>
            </a:extLst>
          </p:cNvPr>
          <p:cNvSpPr>
            <a:spLocks noGrp="1"/>
          </p:cNvSpPr>
          <p:nvPr>
            <p:ph type="title"/>
          </p:nvPr>
        </p:nvSpPr>
        <p:spPr/>
        <p:txBody>
          <a:bodyPr/>
          <a:lstStyle/>
          <a:p>
            <a:r>
              <a:rPr lang="en-US" dirty="0"/>
              <a:t>Model Inversion Still Works Under FHE</a:t>
            </a:r>
          </a:p>
        </p:txBody>
      </p:sp>
      <p:sp>
        <p:nvSpPr>
          <p:cNvPr id="4" name="Date Placeholder 3">
            <a:extLst>
              <a:ext uri="{FF2B5EF4-FFF2-40B4-BE49-F238E27FC236}">
                <a16:creationId xmlns:a16="http://schemas.microsoft.com/office/drawing/2014/main" id="{E88066B9-A668-CAFE-2705-478BA1A19871}"/>
              </a:ext>
            </a:extLst>
          </p:cNvPr>
          <p:cNvSpPr>
            <a:spLocks noGrp="1"/>
          </p:cNvSpPr>
          <p:nvPr>
            <p:ph type="dt" sz="half" idx="10"/>
          </p:nvPr>
        </p:nvSpPr>
        <p:spPr/>
        <p:txBody>
          <a:bodyPr/>
          <a:lstStyle/>
          <a:p>
            <a:fld id="{A65404F8-D6E6-4722-A8D7-5A45E730DFCE}" type="datetime4">
              <a:rPr lang="en-US" smtClean="0"/>
              <a:t>December 8, 2025</a:t>
            </a:fld>
            <a:endParaRPr lang="en-US"/>
          </a:p>
        </p:txBody>
      </p:sp>
      <p:sp>
        <p:nvSpPr>
          <p:cNvPr id="5" name="Footer Placeholder 4">
            <a:extLst>
              <a:ext uri="{FF2B5EF4-FFF2-40B4-BE49-F238E27FC236}">
                <a16:creationId xmlns:a16="http://schemas.microsoft.com/office/drawing/2014/main" id="{F192C87A-7F67-7865-6205-ACE693A1454D}"/>
              </a:ext>
            </a:extLst>
          </p:cNvPr>
          <p:cNvSpPr>
            <a:spLocks noGrp="1"/>
          </p:cNvSpPr>
          <p:nvPr>
            <p:ph type="ftr" sz="quarter" idx="11"/>
          </p:nvPr>
        </p:nvSpPr>
        <p:spPr/>
        <p:txBody>
          <a:bodyPr/>
          <a:lstStyle/>
          <a:p>
            <a:pPr algn="ctr"/>
            <a:endParaRPr lang="es-MX"/>
          </a:p>
        </p:txBody>
      </p:sp>
      <p:sp>
        <p:nvSpPr>
          <p:cNvPr id="6" name="Slide Number Placeholder 5">
            <a:extLst>
              <a:ext uri="{FF2B5EF4-FFF2-40B4-BE49-F238E27FC236}">
                <a16:creationId xmlns:a16="http://schemas.microsoft.com/office/drawing/2014/main" id="{A5C52D49-DA3E-E275-7EF4-AD979616CE7F}"/>
              </a:ext>
            </a:extLst>
          </p:cNvPr>
          <p:cNvSpPr>
            <a:spLocks noGrp="1"/>
          </p:cNvSpPr>
          <p:nvPr>
            <p:ph type="sldNum" sz="quarter" idx="12"/>
          </p:nvPr>
        </p:nvSpPr>
        <p:spPr/>
        <p:txBody>
          <a:bodyPr/>
          <a:lstStyle/>
          <a:p>
            <a:fld id="{A41831D9-926B-4302-A6F7-54B31F00B9E1}" type="slidenum">
              <a:rPr lang="es-MX" smtClean="0"/>
              <a:pPr/>
              <a:t>11</a:t>
            </a:fld>
            <a:endParaRPr lang="es-MX"/>
          </a:p>
        </p:txBody>
      </p:sp>
      <p:sp>
        <p:nvSpPr>
          <p:cNvPr id="8" name="Text Placeholder 7">
            <a:extLst>
              <a:ext uri="{FF2B5EF4-FFF2-40B4-BE49-F238E27FC236}">
                <a16:creationId xmlns:a16="http://schemas.microsoft.com/office/drawing/2014/main" id="{B5A9DD83-1C8E-9855-6A16-5816FA92E3AB}"/>
              </a:ext>
            </a:extLst>
          </p:cNvPr>
          <p:cNvSpPr>
            <a:spLocks noGrp="1"/>
          </p:cNvSpPr>
          <p:nvPr>
            <p:ph type="body" sz="quarter" idx="13"/>
          </p:nvPr>
        </p:nvSpPr>
        <p:spPr/>
        <p:txBody>
          <a:bodyPr/>
          <a:lstStyle/>
          <a:p>
            <a:r>
              <a:rPr lang="en-US" dirty="0"/>
              <a:t>Zhang et al., The Secret Revealer, CVPR 2020 · prior: PCA of the held-out Testing scans · Results: src/FL_Privacy_Attacks_MRI.ipynb</a:t>
            </a:r>
            <a:endParaRPr lang="en-US" dirty="0"/>
          </a:p>
        </p:txBody>
      </p:sp>
      <p:sp>
        <p:nvSpPr>
          <p:cNvPr id="9" name="Class Glioma"/>
          <p:cNvSpPr txBox="1"/>
          <p:nvPr/>
        </p:nvSpPr>
        <p:spPr>
          <a:xfrm>
            <a:off x="1965960" y="1737360"/>
            <a:ext cx="1600200" cy="320040"/>
          </a:xfrm>
          <a:prstGeom prst="rect">
            <a:avLst/>
          </a:prstGeom>
          <a:noFill/>
        </p:spPr>
        <p:txBody>
          <a:bodyPr wrap="square" anchor="t" lIns="0" rIns="0" tIns="0" bIns="0">
            <a:noAutofit/>
          </a:bodyPr>
          <a:lstStyle/>
          <a:p>
            <a:pPr algn="ctr">
              <a:spcAft>
                <a:spcPts val="600"/>
              </a:spcAft>
            </a:pPr>
            <a:r>
              <a:rPr sz="1400" b="1">
                <a:solidFill>
                  <a:srgbClr val="000000"/>
                </a:solidFill>
              </a:rPr>
              <a:t>Glioma</a:t>
            </a:r>
          </a:p>
        </p:txBody>
      </p:sp>
      <p:sp>
        <p:nvSpPr>
          <p:cNvPr id="10" name="Class Meningioma"/>
          <p:cNvSpPr txBox="1"/>
          <p:nvPr/>
        </p:nvSpPr>
        <p:spPr>
          <a:xfrm>
            <a:off x="3794760" y="1737360"/>
            <a:ext cx="1600200" cy="320040"/>
          </a:xfrm>
          <a:prstGeom prst="rect">
            <a:avLst/>
          </a:prstGeom>
          <a:noFill/>
        </p:spPr>
        <p:txBody>
          <a:bodyPr wrap="square" anchor="t" lIns="0" rIns="0" tIns="0" bIns="0">
            <a:noAutofit/>
          </a:bodyPr>
          <a:lstStyle/>
          <a:p>
            <a:pPr algn="ctr">
              <a:spcAft>
                <a:spcPts val="600"/>
              </a:spcAft>
            </a:pPr>
            <a:r>
              <a:rPr sz="1400" b="1">
                <a:solidFill>
                  <a:srgbClr val="000000"/>
                </a:solidFill>
              </a:rPr>
              <a:t>Meningioma</a:t>
            </a:r>
          </a:p>
        </p:txBody>
      </p:sp>
      <p:sp>
        <p:nvSpPr>
          <p:cNvPr id="11" name="Class No tumor"/>
          <p:cNvSpPr txBox="1"/>
          <p:nvPr/>
        </p:nvSpPr>
        <p:spPr>
          <a:xfrm>
            <a:off x="5623560" y="1737360"/>
            <a:ext cx="1600200" cy="320040"/>
          </a:xfrm>
          <a:prstGeom prst="rect">
            <a:avLst/>
          </a:prstGeom>
          <a:noFill/>
        </p:spPr>
        <p:txBody>
          <a:bodyPr wrap="square" anchor="t" lIns="0" rIns="0" tIns="0" bIns="0">
            <a:noAutofit/>
          </a:bodyPr>
          <a:lstStyle/>
          <a:p>
            <a:pPr algn="ctr">
              <a:spcAft>
                <a:spcPts val="600"/>
              </a:spcAft>
            </a:pPr>
            <a:r>
              <a:rPr sz="1400" b="1">
                <a:solidFill>
                  <a:srgbClr val="000000"/>
                </a:solidFill>
              </a:rPr>
              <a:t>No tumor</a:t>
            </a:r>
          </a:p>
        </p:txBody>
      </p:sp>
      <p:sp>
        <p:nvSpPr>
          <p:cNvPr id="12" name="Class Pituitary"/>
          <p:cNvSpPr txBox="1"/>
          <p:nvPr/>
        </p:nvSpPr>
        <p:spPr>
          <a:xfrm>
            <a:off x="7452360" y="1737360"/>
            <a:ext cx="1600200" cy="320040"/>
          </a:xfrm>
          <a:prstGeom prst="rect">
            <a:avLst/>
          </a:prstGeom>
          <a:noFill/>
        </p:spPr>
        <p:txBody>
          <a:bodyPr wrap="square" anchor="t" lIns="0" rIns="0" tIns="0" bIns="0">
            <a:noAutofit/>
          </a:bodyPr>
          <a:lstStyle/>
          <a:p>
            <a:pPr algn="ctr">
              <a:spcAft>
                <a:spcPts val="600"/>
              </a:spcAft>
            </a:pPr>
            <a:r>
              <a:rPr sz="1400" b="1">
                <a:solidFill>
                  <a:srgbClr val="000000"/>
                </a:solidFill>
              </a:rPr>
              <a:t>Pituitary</a:t>
            </a:r>
          </a:p>
        </p:txBody>
      </p:sp>
      <p:sp>
        <p:nvSpPr>
          <p:cNvPr id="13" name="Row Plaintext FL"/>
          <p:cNvSpPr txBox="1"/>
          <p:nvPr/>
        </p:nvSpPr>
        <p:spPr>
          <a:xfrm>
            <a:off x="457200" y="2651760"/>
            <a:ext cx="1371600" cy="548640"/>
          </a:xfrm>
          <a:prstGeom prst="rect">
            <a:avLst/>
          </a:prstGeom>
          <a:noFill/>
        </p:spPr>
        <p:txBody>
          <a:bodyPr wrap="square" anchor="ctr" lIns="0" rIns="0" tIns="0" bIns="0">
            <a:noAutofit/>
          </a:bodyPr>
          <a:lstStyle/>
          <a:p>
            <a:pPr algn="l">
              <a:spcAft>
                <a:spcPts val="600"/>
              </a:spcAft>
            </a:pPr>
            <a:r>
              <a:rPr sz="1600" b="1">
                <a:solidFill>
                  <a:srgbClr val="000000"/>
                </a:solidFill>
                <a:latin typeface="+mj-lt"/>
              </a:rPr>
              <a:t>Plaintext FL</a:t>
            </a:r>
          </a:p>
        </p:txBody>
      </p:sp>
      <p:pic>
        <p:nvPicPr>
          <p:cNvPr id="14" name="MIA plaintext glioma" descr="Model inversion of the Plaintext FL final model for class Glioma"/>
          <p:cNvPicPr>
            <a:picLocks noChangeAspect="1"/>
          </p:cNvPicPr>
          <p:nvPr/>
        </p:nvPicPr>
        <p:blipFill>
          <a:blip r:embed="rId2"/>
          <a:stretch>
            <a:fillRect/>
          </a:stretch>
        </p:blipFill>
        <p:spPr>
          <a:xfrm>
            <a:off x="2011679" y="2148840"/>
            <a:ext cx="1508760" cy="1508760"/>
          </a:xfrm>
          <a:prstGeom prst="rect">
            <a:avLst/>
          </a:prstGeom>
          <a:ln w="9525">
            <a:solidFill>
              <a:srgbClr val="D9D9D9"/>
            </a:solidFill>
          </a:ln>
        </p:spPr>
      </p:pic>
      <p:sp>
        <p:nvSpPr>
          <p:cNvPr id="15" name="Verdict plaintext glioma"/>
          <p:cNvSpPr txBox="1"/>
          <p:nvPr/>
        </p:nvSpPr>
        <p:spPr>
          <a:xfrm>
            <a:off x="1965960" y="3685032"/>
            <a:ext cx="1600200" cy="320040"/>
          </a:xfrm>
          <a:prstGeom prst="rect">
            <a:avLst/>
          </a:prstGeom>
          <a:noFill/>
        </p:spPr>
        <p:txBody>
          <a:bodyPr wrap="square" anchor="t" lIns="0" rIns="0" tIns="0" bIns="0">
            <a:noAutofit/>
          </a:bodyPr>
          <a:lstStyle/>
          <a:p>
            <a:pPr algn="ctr">
              <a:spcAft>
                <a:spcPts val="600"/>
              </a:spcAft>
            </a:pPr>
            <a:r>
              <a:rPr sz="1200" b="0">
                <a:solidFill>
                  <a:srgbClr val="000000"/>
                </a:solidFill>
              </a:rPr>
              <a:t>✓ glioma</a:t>
            </a:r>
          </a:p>
        </p:txBody>
      </p:sp>
      <p:pic>
        <p:nvPicPr>
          <p:cNvPr id="16" name="MIA plaintext meningioma" descr="Model inversion of the Plaintext FL final model for class Meningioma"/>
          <p:cNvPicPr>
            <a:picLocks noChangeAspect="1"/>
          </p:cNvPicPr>
          <p:nvPr/>
        </p:nvPicPr>
        <p:blipFill>
          <a:blip r:embed="rId4"/>
          <a:stretch>
            <a:fillRect/>
          </a:stretch>
        </p:blipFill>
        <p:spPr>
          <a:xfrm>
            <a:off x="3840480" y="2148840"/>
            <a:ext cx="1508760" cy="1508760"/>
          </a:xfrm>
          <a:prstGeom prst="rect">
            <a:avLst/>
          </a:prstGeom>
          <a:ln w="9525">
            <a:solidFill>
              <a:srgbClr val="D9D9D9"/>
            </a:solidFill>
          </a:ln>
        </p:spPr>
      </p:pic>
      <p:sp>
        <p:nvSpPr>
          <p:cNvPr id="17" name="Verdict plaintext meningioma"/>
          <p:cNvSpPr txBox="1"/>
          <p:nvPr/>
        </p:nvSpPr>
        <p:spPr>
          <a:xfrm>
            <a:off x="3794760" y="3685032"/>
            <a:ext cx="1600200" cy="320040"/>
          </a:xfrm>
          <a:prstGeom prst="rect">
            <a:avLst/>
          </a:prstGeom>
          <a:noFill/>
        </p:spPr>
        <p:txBody>
          <a:bodyPr wrap="square" anchor="t" lIns="0" rIns="0" tIns="0" bIns="0">
            <a:noAutofit/>
          </a:bodyPr>
          <a:lstStyle/>
          <a:p>
            <a:pPr algn="ctr">
              <a:spcAft>
                <a:spcPts val="600"/>
              </a:spcAft>
            </a:pPr>
            <a:r>
              <a:rPr sz="1200" b="0">
                <a:solidFill>
                  <a:srgbClr val="555960"/>
                </a:solidFill>
              </a:rPr>
              <a:t>✗ no tumor</a:t>
            </a:r>
          </a:p>
        </p:txBody>
      </p:sp>
      <p:pic>
        <p:nvPicPr>
          <p:cNvPr id="18" name="MIA plaintext notumor" descr="Model inversion of the Plaintext FL final model for class No tumor"/>
          <p:cNvPicPr>
            <a:picLocks noChangeAspect="1"/>
          </p:cNvPicPr>
          <p:nvPr/>
        </p:nvPicPr>
        <p:blipFill>
          <a:blip r:embed="rId5"/>
          <a:stretch>
            <a:fillRect/>
          </a:stretch>
        </p:blipFill>
        <p:spPr>
          <a:xfrm>
            <a:off x="5669280" y="2148840"/>
            <a:ext cx="1508760" cy="1508760"/>
          </a:xfrm>
          <a:prstGeom prst="rect">
            <a:avLst/>
          </a:prstGeom>
          <a:ln w="9525">
            <a:solidFill>
              <a:srgbClr val="D9D9D9"/>
            </a:solidFill>
          </a:ln>
        </p:spPr>
      </p:pic>
      <p:sp>
        <p:nvSpPr>
          <p:cNvPr id="19" name="Verdict plaintext notumor"/>
          <p:cNvSpPr txBox="1"/>
          <p:nvPr/>
        </p:nvSpPr>
        <p:spPr>
          <a:xfrm>
            <a:off x="5623560" y="3685032"/>
            <a:ext cx="1600200" cy="320040"/>
          </a:xfrm>
          <a:prstGeom prst="rect">
            <a:avLst/>
          </a:prstGeom>
          <a:noFill/>
        </p:spPr>
        <p:txBody>
          <a:bodyPr wrap="square" anchor="t" lIns="0" rIns="0" tIns="0" bIns="0">
            <a:noAutofit/>
          </a:bodyPr>
          <a:lstStyle/>
          <a:p>
            <a:pPr algn="ctr">
              <a:spcAft>
                <a:spcPts val="600"/>
              </a:spcAft>
            </a:pPr>
            <a:r>
              <a:rPr sz="1200" b="0">
                <a:solidFill>
                  <a:srgbClr val="000000"/>
                </a:solidFill>
              </a:rPr>
              <a:t>✓ no tumor</a:t>
            </a:r>
          </a:p>
        </p:txBody>
      </p:sp>
      <p:pic>
        <p:nvPicPr>
          <p:cNvPr id="20" name="MIA plaintext pituitary" descr="Model inversion of the Plaintext FL final model for class Pituitary"/>
          <p:cNvPicPr>
            <a:picLocks noChangeAspect="1"/>
          </p:cNvPicPr>
          <p:nvPr/>
        </p:nvPicPr>
        <p:blipFill>
          <a:blip r:embed="rId6"/>
          <a:stretch>
            <a:fillRect/>
          </a:stretch>
        </p:blipFill>
        <p:spPr>
          <a:xfrm>
            <a:off x="7498080" y="2148840"/>
            <a:ext cx="1508760" cy="1508760"/>
          </a:xfrm>
          <a:prstGeom prst="rect">
            <a:avLst/>
          </a:prstGeom>
          <a:ln w="9525">
            <a:solidFill>
              <a:srgbClr val="D9D9D9"/>
            </a:solidFill>
          </a:ln>
        </p:spPr>
      </p:pic>
      <p:sp>
        <p:nvSpPr>
          <p:cNvPr id="21" name="Verdict plaintext pituitary"/>
          <p:cNvSpPr txBox="1"/>
          <p:nvPr/>
        </p:nvSpPr>
        <p:spPr>
          <a:xfrm>
            <a:off x="7452360" y="3685032"/>
            <a:ext cx="1600200" cy="320040"/>
          </a:xfrm>
          <a:prstGeom prst="rect">
            <a:avLst/>
          </a:prstGeom>
          <a:noFill/>
        </p:spPr>
        <p:txBody>
          <a:bodyPr wrap="square" anchor="t" lIns="0" rIns="0" tIns="0" bIns="0">
            <a:noAutofit/>
          </a:bodyPr>
          <a:lstStyle/>
          <a:p>
            <a:pPr algn="ctr">
              <a:spcAft>
                <a:spcPts val="600"/>
              </a:spcAft>
            </a:pPr>
            <a:r>
              <a:rPr sz="1200" b="0">
                <a:solidFill>
                  <a:srgbClr val="000000"/>
                </a:solidFill>
              </a:rPr>
              <a:t>✓ pituitary</a:t>
            </a:r>
          </a:p>
        </p:txBody>
      </p:sp>
      <p:sp>
        <p:nvSpPr>
          <p:cNvPr id="22" name="Row FHE FL"/>
          <p:cNvSpPr txBox="1"/>
          <p:nvPr/>
        </p:nvSpPr>
        <p:spPr>
          <a:xfrm>
            <a:off x="457200" y="4617720"/>
            <a:ext cx="1371600" cy="548640"/>
          </a:xfrm>
          <a:prstGeom prst="rect">
            <a:avLst/>
          </a:prstGeom>
          <a:noFill/>
        </p:spPr>
        <p:txBody>
          <a:bodyPr wrap="square" anchor="ctr" lIns="0" rIns="0" tIns="0" bIns="0">
            <a:noAutofit/>
          </a:bodyPr>
          <a:lstStyle/>
          <a:p>
            <a:pPr algn="l">
              <a:spcAft>
                <a:spcPts val="600"/>
              </a:spcAft>
            </a:pPr>
            <a:r>
              <a:rPr sz="1600" b="1">
                <a:solidFill>
                  <a:srgbClr val="000000"/>
                </a:solidFill>
                <a:latin typeface="+mj-lt"/>
              </a:rPr>
              <a:t>FHE FL</a:t>
            </a:r>
          </a:p>
        </p:txBody>
      </p:sp>
      <p:pic>
        <p:nvPicPr>
          <p:cNvPr id="23" name="MIA fhe glioma" descr="Model inversion of the FHE FL final model for class Glioma"/>
          <p:cNvPicPr>
            <a:picLocks noChangeAspect="1"/>
          </p:cNvPicPr>
          <p:nvPr/>
        </p:nvPicPr>
        <p:blipFill>
          <a:blip r:embed="rId7"/>
          <a:stretch>
            <a:fillRect/>
          </a:stretch>
        </p:blipFill>
        <p:spPr>
          <a:xfrm>
            <a:off x="2011679" y="4114800"/>
            <a:ext cx="1508760" cy="1508760"/>
          </a:xfrm>
          <a:prstGeom prst="rect">
            <a:avLst/>
          </a:prstGeom>
          <a:ln w="9525">
            <a:solidFill>
              <a:srgbClr val="D9D9D9"/>
            </a:solidFill>
          </a:ln>
        </p:spPr>
      </p:pic>
      <p:sp>
        <p:nvSpPr>
          <p:cNvPr id="24" name="Verdict fhe glioma"/>
          <p:cNvSpPr txBox="1"/>
          <p:nvPr/>
        </p:nvSpPr>
        <p:spPr>
          <a:xfrm>
            <a:off x="1965960" y="5650992"/>
            <a:ext cx="1600200" cy="320040"/>
          </a:xfrm>
          <a:prstGeom prst="rect">
            <a:avLst/>
          </a:prstGeom>
          <a:noFill/>
        </p:spPr>
        <p:txBody>
          <a:bodyPr wrap="square" anchor="t" lIns="0" rIns="0" tIns="0" bIns="0">
            <a:noAutofit/>
          </a:bodyPr>
          <a:lstStyle/>
          <a:p>
            <a:pPr algn="ctr">
              <a:spcAft>
                <a:spcPts val="600"/>
              </a:spcAft>
            </a:pPr>
            <a:r>
              <a:rPr sz="1200" b="0">
                <a:solidFill>
                  <a:srgbClr val="000000"/>
                </a:solidFill>
              </a:rPr>
              <a:t>✓ glioma</a:t>
            </a:r>
          </a:p>
        </p:txBody>
      </p:sp>
      <p:pic>
        <p:nvPicPr>
          <p:cNvPr id="25" name="MIA fhe meningioma" descr="Model inversion of the FHE FL final model for class Meningioma"/>
          <p:cNvPicPr>
            <a:picLocks noChangeAspect="1"/>
          </p:cNvPicPr>
          <p:nvPr/>
        </p:nvPicPr>
        <p:blipFill>
          <a:blip r:embed="rId8"/>
          <a:stretch>
            <a:fillRect/>
          </a:stretch>
        </p:blipFill>
        <p:spPr>
          <a:xfrm>
            <a:off x="3840480" y="4114800"/>
            <a:ext cx="1508760" cy="1508760"/>
          </a:xfrm>
          <a:prstGeom prst="rect">
            <a:avLst/>
          </a:prstGeom>
          <a:ln w="9525">
            <a:solidFill>
              <a:srgbClr val="D9D9D9"/>
            </a:solidFill>
          </a:ln>
        </p:spPr>
      </p:pic>
      <p:sp>
        <p:nvSpPr>
          <p:cNvPr id="26" name="Verdict fhe meningioma"/>
          <p:cNvSpPr txBox="1"/>
          <p:nvPr/>
        </p:nvSpPr>
        <p:spPr>
          <a:xfrm>
            <a:off x="3794760" y="5650992"/>
            <a:ext cx="1600200" cy="320040"/>
          </a:xfrm>
          <a:prstGeom prst="rect">
            <a:avLst/>
          </a:prstGeom>
          <a:noFill/>
        </p:spPr>
        <p:txBody>
          <a:bodyPr wrap="square" anchor="t" lIns="0" rIns="0" tIns="0" bIns="0">
            <a:noAutofit/>
          </a:bodyPr>
          <a:lstStyle/>
          <a:p>
            <a:pPr algn="ctr">
              <a:spcAft>
                <a:spcPts val="600"/>
              </a:spcAft>
            </a:pPr>
            <a:r>
              <a:rPr sz="1200" b="0">
                <a:solidFill>
                  <a:srgbClr val="000000"/>
                </a:solidFill>
              </a:rPr>
              <a:t>✓ meningioma</a:t>
            </a:r>
          </a:p>
        </p:txBody>
      </p:sp>
      <p:pic>
        <p:nvPicPr>
          <p:cNvPr id="27" name="MIA fhe notumor" descr="Model inversion of the FHE FL final model for class No tumor"/>
          <p:cNvPicPr>
            <a:picLocks noChangeAspect="1"/>
          </p:cNvPicPr>
          <p:nvPr/>
        </p:nvPicPr>
        <p:blipFill>
          <a:blip r:embed="rId9"/>
          <a:stretch>
            <a:fillRect/>
          </a:stretch>
        </p:blipFill>
        <p:spPr>
          <a:xfrm>
            <a:off x="5669280" y="4114800"/>
            <a:ext cx="1508760" cy="1508760"/>
          </a:xfrm>
          <a:prstGeom prst="rect">
            <a:avLst/>
          </a:prstGeom>
          <a:ln w="9525">
            <a:solidFill>
              <a:srgbClr val="D9D9D9"/>
            </a:solidFill>
          </a:ln>
        </p:spPr>
      </p:pic>
      <p:sp>
        <p:nvSpPr>
          <p:cNvPr id="28" name="Verdict fhe notumor"/>
          <p:cNvSpPr txBox="1"/>
          <p:nvPr/>
        </p:nvSpPr>
        <p:spPr>
          <a:xfrm>
            <a:off x="5623560" y="5650992"/>
            <a:ext cx="1600200" cy="320040"/>
          </a:xfrm>
          <a:prstGeom prst="rect">
            <a:avLst/>
          </a:prstGeom>
          <a:noFill/>
        </p:spPr>
        <p:txBody>
          <a:bodyPr wrap="square" anchor="t" lIns="0" rIns="0" tIns="0" bIns="0">
            <a:noAutofit/>
          </a:bodyPr>
          <a:lstStyle/>
          <a:p>
            <a:pPr algn="ctr">
              <a:spcAft>
                <a:spcPts val="600"/>
              </a:spcAft>
            </a:pPr>
            <a:r>
              <a:rPr sz="1200" b="0">
                <a:solidFill>
                  <a:srgbClr val="000000"/>
                </a:solidFill>
              </a:rPr>
              <a:t>✓ no tumor</a:t>
            </a:r>
          </a:p>
        </p:txBody>
      </p:sp>
      <p:pic>
        <p:nvPicPr>
          <p:cNvPr id="29" name="MIA fhe pituitary" descr="Model inversion of the FHE FL final model for class Pituitary"/>
          <p:cNvPicPr>
            <a:picLocks noChangeAspect="1"/>
          </p:cNvPicPr>
          <p:nvPr/>
        </p:nvPicPr>
        <p:blipFill>
          <a:blip r:embed="rId10"/>
          <a:stretch>
            <a:fillRect/>
          </a:stretch>
        </p:blipFill>
        <p:spPr>
          <a:xfrm>
            <a:off x="7498080" y="4114800"/>
            <a:ext cx="1508760" cy="1508760"/>
          </a:xfrm>
          <a:prstGeom prst="rect">
            <a:avLst/>
          </a:prstGeom>
          <a:ln w="9525">
            <a:solidFill>
              <a:srgbClr val="D9D9D9"/>
            </a:solidFill>
          </a:ln>
        </p:spPr>
      </p:pic>
      <p:sp>
        <p:nvSpPr>
          <p:cNvPr id="30" name="Verdict fhe pituitary"/>
          <p:cNvSpPr txBox="1"/>
          <p:nvPr/>
        </p:nvSpPr>
        <p:spPr>
          <a:xfrm>
            <a:off x="7452360" y="5650992"/>
            <a:ext cx="1600200" cy="320040"/>
          </a:xfrm>
          <a:prstGeom prst="rect">
            <a:avLst/>
          </a:prstGeom>
          <a:noFill/>
        </p:spPr>
        <p:txBody>
          <a:bodyPr wrap="square" anchor="t" lIns="0" rIns="0" tIns="0" bIns="0">
            <a:noAutofit/>
          </a:bodyPr>
          <a:lstStyle/>
          <a:p>
            <a:pPr algn="ctr">
              <a:spcAft>
                <a:spcPts val="600"/>
              </a:spcAft>
            </a:pPr>
            <a:r>
              <a:rPr sz="1200" b="0">
                <a:solidFill>
                  <a:srgbClr val="000000"/>
                </a:solidFill>
              </a:rPr>
              <a:t>✓ pituitary</a:t>
            </a:r>
          </a:p>
        </p:txBody>
      </p:sp>
      <p:sp>
        <p:nvSpPr>
          <p:cNvPr id="31" name="MIA summary card"/>
          <p:cNvSpPr/>
          <p:nvPr/>
        </p:nvSpPr>
        <p:spPr>
          <a:xfrm>
            <a:off x="9464040" y="1783080"/>
            <a:ext cx="2286000" cy="315468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MIA summary text"/>
          <p:cNvSpPr txBox="1"/>
          <p:nvPr/>
        </p:nvSpPr>
        <p:spPr>
          <a:xfrm>
            <a:off x="9646920" y="1920240"/>
            <a:ext cx="1965960" cy="2926080"/>
          </a:xfrm>
          <a:prstGeom prst="rect">
            <a:avLst/>
          </a:prstGeom>
          <a:noFill/>
        </p:spPr>
        <p:txBody>
          <a:bodyPr wrap="square" anchor="t" lIns="0" rIns="0" tIns="0" bIns="0">
            <a:noAutofit/>
          </a:bodyPr>
          <a:lstStyle/>
          <a:p>
            <a:pPr algn="l">
              <a:spcAft>
                <a:spcPts val="200"/>
              </a:spcAft>
            </a:pPr>
            <a:r>
              <a:rPr sz="1400" b="1">
                <a:solidFill>
                  <a:srgbClr val="000000"/>
                </a:solidFill>
              </a:rPr>
              <a:t>Attack accuracy</a:t>
            </a:r>
          </a:p>
          <a:p>
            <a:pPr algn="l">
              <a:spcAft>
                <a:spcPts val="800"/>
              </a:spcAft>
            </a:pPr>
            <a:r>
              <a:rPr sz="1200" b="0">
                <a:solidFill>
                  <a:srgbClr val="555960"/>
                </a:solidFill>
              </a:rPr>
              <a:t>independent classifier</a:t>
            </a:r>
          </a:p>
          <a:p>
            <a:pPr algn="l">
              <a:spcAft>
                <a:spcPts val="200"/>
              </a:spcAft>
            </a:pPr>
            <a:r>
              <a:rPr sz="3200" b="1">
                <a:solidFill>
                  <a:srgbClr val="000000"/>
                </a:solidFill>
                <a:latin typeface="+mj-lt"/>
              </a:rPr>
              <a:t>3 / 4</a:t>
            </a:r>
            <a:r>
              <a:rPr sz="1200" b="0">
                <a:solidFill>
                  <a:srgbClr val="555960"/>
                </a:solidFill>
              </a:rPr>
              <a:t>  plaintext</a:t>
            </a:r>
          </a:p>
          <a:p>
            <a:pPr algn="l">
              <a:spcAft>
                <a:spcPts val="1200"/>
              </a:spcAft>
            </a:pPr>
            <a:r>
              <a:rPr sz="3200" b="1">
                <a:solidFill>
                  <a:srgbClr val="000000"/>
                </a:solidFill>
                <a:latin typeface="+mj-lt"/>
              </a:rPr>
              <a:t>4 / 4</a:t>
            </a:r>
            <a:r>
              <a:rPr sz="1200" b="0">
                <a:solidFill>
                  <a:srgbClr val="555960"/>
                </a:solidFill>
              </a:rPr>
              <a:t>  FHE</a:t>
            </a:r>
          </a:p>
          <a:p>
            <a:pPr algn="l">
              <a:spcAft>
                <a:spcPts val="600"/>
              </a:spcAft>
            </a:pPr>
            <a:r>
              <a:rPr sz="1200" b="0">
                <a:solidFill>
                  <a:srgbClr val="000000"/>
                </a:solidFill>
              </a:rPr>
              <a:t>Clients decrypt the final model to use it, so FHE no longer applies.</a:t>
            </a:r>
          </a:p>
          <a:p>
            <a:pPr algn="l">
              <a:spcAft>
                <a:spcPts val="0"/>
              </a:spcAft>
            </a:pPr>
            <a:r>
              <a:rPr sz="1200" b="0">
                <a:solidFill>
                  <a:srgbClr val="555960"/>
                </a:solidFill>
              </a:rPr>
              <a:t>These are class prototypes, not specific patients.</a:t>
            </a:r>
          </a:p>
        </p:txBody>
      </p:sp>
    </p:spTree>
    <p:extLst>
      <p:ext uri="{BB962C8B-B14F-4D97-AF65-F5344CB8AC3E}">
        <p14:creationId xmlns:p14="http://schemas.microsoft.com/office/powerpoint/2010/main" val="35615777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9D1391-4580-59B4-DC33-29FE541F91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E44F66-4A09-B6F5-1944-FB2DFB8428E2}"/>
              </a:ext>
            </a:extLst>
          </p:cNvPr>
          <p:cNvSpPr>
            <a:spLocks noGrp="1"/>
          </p:cNvSpPr>
          <p:nvPr>
            <p:ph type="title"/>
          </p:nvPr>
        </p:nvSpPr>
        <p:spPr/>
        <p:txBody>
          <a:bodyPr/>
          <a:lstStyle/>
          <a:p>
            <a:r>
              <a:rPr lang="en-US" dirty="0"/>
              <a:t>Conclusion</a:t>
            </a:r>
          </a:p>
        </p:txBody>
      </p:sp>
      <p:sp>
        <p:nvSpPr>
          <p:cNvPr id="4" name="Date Placeholder 3">
            <a:extLst>
              <a:ext uri="{FF2B5EF4-FFF2-40B4-BE49-F238E27FC236}">
                <a16:creationId xmlns:a16="http://schemas.microsoft.com/office/drawing/2014/main" id="{DE13B7F0-9FA5-573E-6A62-DF145979AD94}"/>
              </a:ext>
            </a:extLst>
          </p:cNvPr>
          <p:cNvSpPr>
            <a:spLocks noGrp="1"/>
          </p:cNvSpPr>
          <p:nvPr>
            <p:ph type="dt" sz="half" idx="10"/>
          </p:nvPr>
        </p:nvSpPr>
        <p:spPr/>
        <p:txBody>
          <a:bodyPr/>
          <a:lstStyle/>
          <a:p>
            <a:fld id="{A65404F8-D6E6-4722-A8D7-5A45E730DFCE}" type="datetime4">
              <a:rPr lang="en-US" smtClean="0"/>
              <a:t>December 8, 2025</a:t>
            </a:fld>
            <a:endParaRPr lang="en-US"/>
          </a:p>
        </p:txBody>
      </p:sp>
      <p:sp>
        <p:nvSpPr>
          <p:cNvPr id="5" name="Footer Placeholder 4">
            <a:extLst>
              <a:ext uri="{FF2B5EF4-FFF2-40B4-BE49-F238E27FC236}">
                <a16:creationId xmlns:a16="http://schemas.microsoft.com/office/drawing/2014/main" id="{85651438-3168-48D7-CCD4-5900700720C9}"/>
              </a:ext>
            </a:extLst>
          </p:cNvPr>
          <p:cNvSpPr>
            <a:spLocks noGrp="1"/>
          </p:cNvSpPr>
          <p:nvPr>
            <p:ph type="ftr" sz="quarter" idx="11"/>
          </p:nvPr>
        </p:nvSpPr>
        <p:spPr/>
        <p:txBody>
          <a:bodyPr/>
          <a:lstStyle/>
          <a:p>
            <a:pPr algn="ctr"/>
            <a:endParaRPr lang="es-MX"/>
          </a:p>
        </p:txBody>
      </p:sp>
      <p:sp>
        <p:nvSpPr>
          <p:cNvPr id="6" name="Slide Number Placeholder 5">
            <a:extLst>
              <a:ext uri="{FF2B5EF4-FFF2-40B4-BE49-F238E27FC236}">
                <a16:creationId xmlns:a16="http://schemas.microsoft.com/office/drawing/2014/main" id="{80469426-9978-CE86-E2B3-D2F7CA7AA8DC}"/>
              </a:ext>
            </a:extLst>
          </p:cNvPr>
          <p:cNvSpPr>
            <a:spLocks noGrp="1"/>
          </p:cNvSpPr>
          <p:nvPr>
            <p:ph type="sldNum" sz="quarter" idx="12"/>
          </p:nvPr>
        </p:nvSpPr>
        <p:spPr/>
        <p:txBody>
          <a:bodyPr/>
          <a:lstStyle/>
          <a:p>
            <a:fld id="{A41831D9-926B-4302-A6F7-54B31F00B9E1}" type="slidenum">
              <a:rPr lang="es-MX" smtClean="0"/>
              <a:pPr/>
              <a:t>16</a:t>
            </a:fld>
            <a:endParaRPr lang="es-MX"/>
          </a:p>
        </p:txBody>
      </p:sp>
      <p:sp>
        <p:nvSpPr>
          <p:cNvPr id="8" name="Text Placeholder 7">
            <a:extLst>
              <a:ext uri="{FF2B5EF4-FFF2-40B4-BE49-F238E27FC236}">
                <a16:creationId xmlns:a16="http://schemas.microsoft.com/office/drawing/2014/main" id="{9F60FA1A-003F-3CE4-A23D-0DE3674E03AE}"/>
              </a:ext>
            </a:extLst>
          </p:cNvPr>
          <p:cNvSpPr>
            <a:spLocks noGrp="1"/>
          </p:cNvSpPr>
          <p:nvPr>
            <p:ph type="body" sz="quarter" idx="13"/>
          </p:nvPr>
        </p:nvSpPr>
        <p:spPr/>
        <p:txBody>
          <a:bodyPr/>
          <a:lstStyle/>
          <a:p>
            <a:r>
              <a:rPr lang="en-US" dirty="0">
                <a:hlinkClick r:id="rId3"/>
              </a:rPr>
              <a:t>Code and results: github.com/anurag-r20/Quantum-Federated-Learning</a:t>
            </a:r>
            <a:endParaRPr lang="en-US" dirty="0"/>
          </a:p>
        </p:txBody>
      </p:sp>
      <p:sp>
        <p:nvSpPr>
          <p:cNvPr id="9" name="Takeaway card 1"/>
          <p:cNvSpPr/>
          <p:nvPr/>
        </p:nvSpPr>
        <p:spPr>
          <a:xfrm>
            <a:off x="457200" y="1783080"/>
            <a:ext cx="3611880" cy="219456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akeaway number 1"/>
          <p:cNvSpPr/>
          <p:nvPr/>
        </p:nvSpPr>
        <p:spPr>
          <a:xfrm>
            <a:off x="685800" y="1965960"/>
            <a:ext cx="548640" cy="548640"/>
          </a:xfrm>
          <a:prstGeom prst="ellipse">
            <a:avLst/>
          </a:prstGeom>
          <a:solidFill>
            <a:srgbClr val="CFB99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000000"/>
                </a:solidFill>
                <a:latin typeface="+mj-lt"/>
              </a:rPr>
              <a:t>1</a:t>
            </a:r>
          </a:p>
        </p:txBody>
      </p:sp>
      <p:sp>
        <p:nvSpPr>
          <p:cNvPr id="11" name="Takeaway text 1"/>
          <p:cNvSpPr txBox="1"/>
          <p:nvPr/>
        </p:nvSpPr>
        <p:spPr>
          <a:xfrm>
            <a:off x="685800" y="2606040"/>
            <a:ext cx="3154680" cy="1325880"/>
          </a:xfrm>
          <a:prstGeom prst="rect">
            <a:avLst/>
          </a:prstGeom>
          <a:noFill/>
        </p:spPr>
        <p:txBody>
          <a:bodyPr wrap="square" anchor="t" lIns="0" rIns="0" tIns="0" bIns="0">
            <a:noAutofit/>
          </a:bodyPr>
          <a:lstStyle/>
          <a:p>
            <a:pPr algn="l">
              <a:spcAft>
                <a:spcPts val="600"/>
              </a:spcAft>
            </a:pPr>
            <a:r>
              <a:rPr sz="1800" b="1">
                <a:solidFill>
                  <a:srgbClr val="000000"/>
                </a:solidFill>
                <a:latin typeface="+mj-lt"/>
              </a:rPr>
              <a:t>Plaintext FL leaks the data</a:t>
            </a:r>
          </a:p>
          <a:p>
            <a:pPr algn="l">
              <a:spcAft>
                <a:spcPts val="0"/>
              </a:spcAft>
            </a:pPr>
            <a:r>
              <a:rPr sz="1400" b="0">
                <a:solidFill>
                  <a:srgbClr val="555960"/>
                </a:solidFill>
              </a:rPr>
              <a:t>A single-image update let the server rebuild a private MRI scan (PSNR 26.9 dB, label correct).</a:t>
            </a:r>
          </a:p>
        </p:txBody>
      </p:sp>
      <p:sp>
        <p:nvSpPr>
          <p:cNvPr id="12" name="Takeaway card 2"/>
          <p:cNvSpPr/>
          <p:nvPr/>
        </p:nvSpPr>
        <p:spPr>
          <a:xfrm>
            <a:off x="4297680" y="1783080"/>
            <a:ext cx="3611880" cy="219456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akeaway number 2"/>
          <p:cNvSpPr/>
          <p:nvPr/>
        </p:nvSpPr>
        <p:spPr>
          <a:xfrm>
            <a:off x="4526280" y="1965960"/>
            <a:ext cx="548640" cy="548640"/>
          </a:xfrm>
          <a:prstGeom prst="ellipse">
            <a:avLst/>
          </a:prstGeom>
          <a:solidFill>
            <a:srgbClr val="CFB99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000000"/>
                </a:solidFill>
                <a:latin typeface="+mj-lt"/>
              </a:rPr>
              <a:t>2</a:t>
            </a:r>
          </a:p>
        </p:txBody>
      </p:sp>
      <p:sp>
        <p:nvSpPr>
          <p:cNvPr id="14" name="Takeaway text 2"/>
          <p:cNvSpPr txBox="1"/>
          <p:nvPr/>
        </p:nvSpPr>
        <p:spPr>
          <a:xfrm>
            <a:off x="4526280" y="2606040"/>
            <a:ext cx="3154680" cy="1325880"/>
          </a:xfrm>
          <a:prstGeom prst="rect">
            <a:avLst/>
          </a:prstGeom>
          <a:noFill/>
        </p:spPr>
        <p:txBody>
          <a:bodyPr wrap="square" anchor="t" lIns="0" rIns="0" tIns="0" bIns="0">
            <a:noAutofit/>
          </a:bodyPr>
          <a:lstStyle/>
          <a:p>
            <a:pPr algn="l">
              <a:spcAft>
                <a:spcPts val="600"/>
              </a:spcAft>
            </a:pPr>
            <a:r>
              <a:rPr sz="1800" b="1">
                <a:solidFill>
                  <a:srgbClr val="000000"/>
                </a:solidFill>
                <a:latin typeface="+mj-lt"/>
              </a:rPr>
              <a:t>CKKS stops the server</a:t>
            </a:r>
          </a:p>
          <a:p>
            <a:pPr algn="l">
              <a:spcAft>
                <a:spcPts val="0"/>
              </a:spcAft>
            </a:pPr>
            <a:r>
              <a:rPr sz="1400" b="0">
                <a:solidFill>
                  <a:srgbClr val="555960"/>
                </a:solidFill>
              </a:rPr>
              <a:t>It averages ciphertexts it cannot read. Accuracy holds (93.2 % vs 93.5 %); uploads grow 22×.</a:t>
            </a:r>
          </a:p>
        </p:txBody>
      </p:sp>
      <p:sp>
        <p:nvSpPr>
          <p:cNvPr id="15" name="Takeaway card 3"/>
          <p:cNvSpPr/>
          <p:nvPr/>
        </p:nvSpPr>
        <p:spPr>
          <a:xfrm>
            <a:off x="8138160" y="1783080"/>
            <a:ext cx="3611880" cy="219456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akeaway number 3"/>
          <p:cNvSpPr/>
          <p:nvPr/>
        </p:nvSpPr>
        <p:spPr>
          <a:xfrm>
            <a:off x="8366760" y="1965960"/>
            <a:ext cx="548640" cy="548640"/>
          </a:xfrm>
          <a:prstGeom prst="ellipse">
            <a:avLst/>
          </a:prstGeom>
          <a:solidFill>
            <a:srgbClr val="CFB99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000000"/>
                </a:solidFill>
                <a:latin typeface="+mj-lt"/>
              </a:rPr>
              <a:t>3</a:t>
            </a:r>
          </a:p>
        </p:txBody>
      </p:sp>
      <p:sp>
        <p:nvSpPr>
          <p:cNvPr id="17" name="Takeaway text 3"/>
          <p:cNvSpPr txBox="1"/>
          <p:nvPr/>
        </p:nvSpPr>
        <p:spPr>
          <a:xfrm>
            <a:off x="8366760" y="2606040"/>
            <a:ext cx="3154680" cy="1325880"/>
          </a:xfrm>
          <a:prstGeom prst="rect">
            <a:avLst/>
          </a:prstGeom>
          <a:noFill/>
        </p:spPr>
        <p:txBody>
          <a:bodyPr wrap="square" anchor="t" lIns="0" rIns="0" tIns="0" bIns="0">
            <a:noAutofit/>
          </a:bodyPr>
          <a:lstStyle/>
          <a:p>
            <a:pPr algn="l">
              <a:spcAft>
                <a:spcPts val="600"/>
              </a:spcAft>
            </a:pPr>
            <a:r>
              <a:rPr sz="1800" b="1">
                <a:solidFill>
                  <a:srgbClr val="000000"/>
                </a:solidFill>
                <a:latin typeface="+mj-lt"/>
              </a:rPr>
              <a:t>FHE ends at the final model</a:t>
            </a:r>
          </a:p>
          <a:p>
            <a:pPr algn="l">
              <a:spcAft>
                <a:spcPts val="0"/>
              </a:spcAft>
            </a:pPr>
            <a:r>
              <a:rPr sz="1400" b="0">
                <a:solidFill>
                  <a:srgbClr val="555960"/>
                </a:solidFill>
              </a:rPr>
              <a:t>Clients decrypt the model, and model inversion recovers class prototypes from both.</a:t>
            </a:r>
          </a:p>
        </p:txBody>
      </p:sp>
      <p:sp>
        <p:nvSpPr>
          <p:cNvPr id="18" name="Limitations"/>
          <p:cNvSpPr txBox="1"/>
          <p:nvPr/>
        </p:nvSpPr>
        <p:spPr>
          <a:xfrm>
            <a:off x="457200" y="4251960"/>
            <a:ext cx="11292840" cy="1600200"/>
          </a:xfrm>
          <a:prstGeom prst="rect">
            <a:avLst/>
          </a:prstGeom>
          <a:noFill/>
        </p:spPr>
        <p:txBody>
          <a:bodyPr wrap="square" anchor="t" lIns="0" rIns="0" tIns="0" bIns="0">
            <a:noAutofit/>
          </a:bodyPr>
          <a:lstStyle/>
          <a:p>
            <a:pPr algn="l">
              <a:spcAft>
                <a:spcPts val="600"/>
              </a:spcAft>
            </a:pPr>
            <a:r>
              <a:rPr sz="1600" b="1">
                <a:solidFill>
                  <a:srgbClr val="000000"/>
                </a:solidFill>
                <a:latin typeface="+mj-lt"/>
              </a:rPr>
              <a:t>Limitations and next steps</a:t>
            </a:r>
          </a:p>
          <a:p>
            <a:pPr algn="l" marL="201168" indent="-201168">
              <a:spcAft>
                <a:spcPts val="300"/>
              </a:spcAft>
              <a:buChar char="•"/>
            </a:pPr>
            <a:r>
              <a:rPr sz="1400" b="0">
                <a:solidFill>
                  <a:srgbClr val="000000"/>
                </a:solidFill>
              </a:rPr>
              <a:t>One shared key: a client colluding with the server can decrypt; threshold or multi-key HE would close that gap</a:t>
            </a:r>
          </a:p>
          <a:p>
            <a:pPr algn="l" marL="201168" indent="-201168">
              <a:spcAft>
                <a:spcPts val="300"/>
              </a:spcAft>
              <a:buChar char="•"/>
            </a:pPr>
            <a:r>
              <a:rPr sz="1400" b="0">
                <a:solidFill>
                  <a:srgbClr val="000000"/>
                </a:solidFill>
              </a:rPr>
              <a:t>Shown for one-image FedSGD updates; multi-epoch FedAvg updates leak far less to this attack</a:t>
            </a:r>
          </a:p>
          <a:p>
            <a:pPr algn="l" marL="201168" indent="-201168">
              <a:spcAft>
                <a:spcPts val="0"/>
              </a:spcAft>
              <a:buChar char="•"/>
            </a:pPr>
            <a:r>
              <a:rPr sz="1400" b="0">
                <a:solidFill>
                  <a:srgbClr val="000000"/>
                </a:solidFill>
              </a:rPr>
              <a:t>Protect the released model as well, for example with differential privacy during training</a:t>
            </a:r>
          </a:p>
        </p:txBody>
      </p:sp>
    </p:spTree>
    <p:extLst>
      <p:ext uri="{BB962C8B-B14F-4D97-AF65-F5344CB8AC3E}">
        <p14:creationId xmlns:p14="http://schemas.microsoft.com/office/powerpoint/2010/main" val="428586026"/>
      </p:ext>
    </p:extLst>
  </p:cSld>
  <p:clrMapOvr>
    <a:masterClrMapping/>
  </p:clrMapOvr>
</p:sld>
</file>

<file path=ppt/theme/theme1.xml><?xml version="1.0" encoding="utf-8"?>
<a:theme xmlns:a="http://schemas.openxmlformats.org/drawingml/2006/main" name="Tema de Office">
  <a:themeElements>
    <a:clrScheme name="Personalizado 1">
      <a:dk1>
        <a:sysClr val="windowText" lastClr="000000"/>
      </a:dk1>
      <a:lt1>
        <a:sysClr val="window" lastClr="FFFFFF"/>
      </a:lt1>
      <a:dk2>
        <a:srgbClr val="CCBA96"/>
      </a:dk2>
      <a:lt2>
        <a:srgbClr val="E8E8E8"/>
      </a:lt2>
      <a:accent1>
        <a:srgbClr val="000000"/>
      </a:accent1>
      <a:accent2>
        <a:srgbClr val="FFFFFF"/>
      </a:accent2>
      <a:accent3>
        <a:srgbClr val="CCBA96"/>
      </a:accent3>
      <a:accent4>
        <a:srgbClr val="000000"/>
      </a:accent4>
      <a:accent5>
        <a:srgbClr val="FFFFFF"/>
      </a:accent5>
      <a:accent6>
        <a:srgbClr val="CCBA96"/>
      </a:accent6>
      <a:hlink>
        <a:srgbClr val="156082"/>
      </a:hlink>
      <a:folHlink>
        <a:srgbClr val="CCBA96"/>
      </a:folHlink>
    </a:clrScheme>
    <a:fontScheme name="SECQUOIA">
      <a:majorFont>
        <a:latin typeface="Roboto Medium"/>
        <a:ea typeface=""/>
        <a:cs typeface=""/>
      </a:majorFont>
      <a:minorFont>
        <a:latin typeface="Robot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lantilla Secquoia" id="{C6B8D85F-9CFC-4934-BEF1-ABA8C8B0329D}" vid="{F817975E-C17C-4D9C-BFAB-0CAE7DF79AE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SECQUOIA Template</Template>
  <TotalTime>2978</TotalTime>
  <Words>1028</Words>
  <Application>Microsoft Office PowerPoint</Application>
  <PresentationFormat>Widescreen</PresentationFormat>
  <Paragraphs>128</Paragraphs>
  <Slides>16</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Aptos</vt:lpstr>
      <vt:lpstr>Arial</vt:lpstr>
      <vt:lpstr>Roboto</vt:lpstr>
      <vt:lpstr>Roboto Medium</vt:lpstr>
      <vt:lpstr>Tema de Office</vt:lpstr>
      <vt:lpstr>PowerPoint Presentation</vt:lpstr>
      <vt:lpstr>Standard Machine Learning</vt:lpstr>
      <vt:lpstr>Standard Machine Learning</vt:lpstr>
      <vt:lpstr>Standard Machine Learning: Limitations</vt:lpstr>
      <vt:lpstr>Federated Learning</vt:lpstr>
      <vt:lpstr>Federated Learning</vt:lpstr>
      <vt:lpstr>Federated Learning</vt:lpstr>
      <vt:lpstr>Security Of Federated Learning</vt:lpstr>
      <vt:lpstr>Data Distribution and Model Training</vt:lpstr>
      <vt:lpstr>Security Threat: Gradient Inversion Attack</vt:lpstr>
      <vt:lpstr>Previous Work on GIA</vt:lpstr>
      <vt:lpstr>Results: IID data</vt:lpstr>
      <vt:lpstr>Results: Non-IID data</vt:lpstr>
      <vt:lpstr>Enhancing Security: Defensive Measures </vt:lpstr>
      <vt:lpstr>Results: Fully Homomorphic Encryption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David Esteban Bernal Neira</dc:creator>
  <cp:lastModifiedBy>Anurag Ramesh</cp:lastModifiedBy>
  <cp:revision>4</cp:revision>
  <dcterms:created xsi:type="dcterms:W3CDTF">2024-05-14T15:14:05Z</dcterms:created>
  <dcterms:modified xsi:type="dcterms:W3CDTF">2025-12-09T00:43:39Z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044bd30-2ed7-4c9d-9d12-46200872a97b_Enabled">
    <vt:lpwstr>true</vt:lpwstr>
  </property>
  <property fmtid="{D5CDD505-2E9C-101B-9397-08002B2CF9AE}" pid="3" name="MSIP_Label_4044bd30-2ed7-4c9d-9d12-46200872a97b_SetDate">
    <vt:lpwstr>2024-05-14T15:16:08Z</vt:lpwstr>
  </property>
  <property fmtid="{D5CDD505-2E9C-101B-9397-08002B2CF9AE}" pid="4" name="MSIP_Label_4044bd30-2ed7-4c9d-9d12-46200872a97b_Method">
    <vt:lpwstr>Standard</vt:lpwstr>
  </property>
  <property fmtid="{D5CDD505-2E9C-101B-9397-08002B2CF9AE}" pid="5" name="MSIP_Label_4044bd30-2ed7-4c9d-9d12-46200872a97b_Name">
    <vt:lpwstr>defa4170-0d19-0005-0004-bc88714345d2</vt:lpwstr>
  </property>
  <property fmtid="{D5CDD505-2E9C-101B-9397-08002B2CF9AE}" pid="6" name="MSIP_Label_4044bd30-2ed7-4c9d-9d12-46200872a97b_SiteId">
    <vt:lpwstr>4130bd39-7c53-419c-b1e5-8758d6d63f21</vt:lpwstr>
  </property>
  <property fmtid="{D5CDD505-2E9C-101B-9397-08002B2CF9AE}" pid="7" name="MSIP_Label_4044bd30-2ed7-4c9d-9d12-46200872a97b_ActionId">
    <vt:lpwstr>291248ab-e34b-409d-85c8-a3aa4f704314</vt:lpwstr>
  </property>
  <property fmtid="{D5CDD505-2E9C-101B-9397-08002B2CF9AE}" pid="8" name="MSIP_Label_4044bd30-2ed7-4c9d-9d12-46200872a97b_ContentBits">
    <vt:lpwstr>0</vt:lpwstr>
  </property>
</Properties>
</file>